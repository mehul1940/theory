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80"/>
  </p:notesMasterIdLst>
  <p:handoutMasterIdLst>
    <p:handoutMasterId r:id="rId81"/>
  </p:handoutMasterIdLst>
  <p:sldIdLst>
    <p:sldId id="312" r:id="rId5"/>
    <p:sldId id="323" r:id="rId6"/>
    <p:sldId id="304" r:id="rId7"/>
    <p:sldId id="324" r:id="rId8"/>
    <p:sldId id="325" r:id="rId9"/>
    <p:sldId id="326" r:id="rId10"/>
    <p:sldId id="327" r:id="rId11"/>
    <p:sldId id="328" r:id="rId12"/>
    <p:sldId id="329" r:id="rId13"/>
    <p:sldId id="314" r:id="rId14"/>
    <p:sldId id="315" r:id="rId15"/>
    <p:sldId id="330" r:id="rId16"/>
    <p:sldId id="331" r:id="rId17"/>
    <p:sldId id="332" r:id="rId18"/>
    <p:sldId id="333" r:id="rId19"/>
    <p:sldId id="334" r:id="rId20"/>
    <p:sldId id="335" r:id="rId21"/>
    <p:sldId id="336" r:id="rId22"/>
    <p:sldId id="337" r:id="rId23"/>
    <p:sldId id="338" r:id="rId24"/>
    <p:sldId id="339" r:id="rId25"/>
    <p:sldId id="340" r:id="rId26"/>
    <p:sldId id="341" r:id="rId27"/>
    <p:sldId id="342" r:id="rId28"/>
    <p:sldId id="343" r:id="rId29"/>
    <p:sldId id="345" r:id="rId30"/>
    <p:sldId id="344" r:id="rId31"/>
    <p:sldId id="347" r:id="rId32"/>
    <p:sldId id="348" r:id="rId33"/>
    <p:sldId id="349" r:id="rId34"/>
    <p:sldId id="350" r:id="rId35"/>
    <p:sldId id="351" r:id="rId36"/>
    <p:sldId id="352" r:id="rId37"/>
    <p:sldId id="358" r:id="rId38"/>
    <p:sldId id="359" r:id="rId39"/>
    <p:sldId id="360" r:id="rId40"/>
    <p:sldId id="361" r:id="rId41"/>
    <p:sldId id="362" r:id="rId42"/>
    <p:sldId id="363" r:id="rId43"/>
    <p:sldId id="364" r:id="rId44"/>
    <p:sldId id="365" r:id="rId45"/>
    <p:sldId id="366" r:id="rId46"/>
    <p:sldId id="353" r:id="rId47"/>
    <p:sldId id="367" r:id="rId48"/>
    <p:sldId id="369" r:id="rId49"/>
    <p:sldId id="368" r:id="rId50"/>
    <p:sldId id="370" r:id="rId51"/>
    <p:sldId id="371" r:id="rId52"/>
    <p:sldId id="354" r:id="rId53"/>
    <p:sldId id="372" r:id="rId54"/>
    <p:sldId id="373" r:id="rId55"/>
    <p:sldId id="374" r:id="rId56"/>
    <p:sldId id="375" r:id="rId57"/>
    <p:sldId id="376" r:id="rId58"/>
    <p:sldId id="377" r:id="rId59"/>
    <p:sldId id="355" r:id="rId60"/>
    <p:sldId id="378" r:id="rId61"/>
    <p:sldId id="379" r:id="rId62"/>
    <p:sldId id="380" r:id="rId63"/>
    <p:sldId id="381" r:id="rId64"/>
    <p:sldId id="356" r:id="rId65"/>
    <p:sldId id="382" r:id="rId66"/>
    <p:sldId id="383" r:id="rId67"/>
    <p:sldId id="384" r:id="rId68"/>
    <p:sldId id="385" r:id="rId69"/>
    <p:sldId id="386" r:id="rId70"/>
    <p:sldId id="387" r:id="rId71"/>
    <p:sldId id="388" r:id="rId72"/>
    <p:sldId id="357" r:id="rId73"/>
    <p:sldId id="389" r:id="rId74"/>
    <p:sldId id="390" r:id="rId75"/>
    <p:sldId id="391" r:id="rId76"/>
    <p:sldId id="392" r:id="rId77"/>
    <p:sldId id="393" r:id="rId78"/>
    <p:sldId id="297" r:id="rId7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898764-C111-47CB-A2BC-3B614CC2BF25}" v="210" dt="2026-02-12T18:52:46.140"/>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105" d="100"/>
          <a:sy n="105" d="100"/>
        </p:scale>
        <p:origin x="834" y="114"/>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88"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handoutMaster" Target="handoutMasters/handoutMaster1.xml"/><Relationship Id="rId86"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Patel" userId="9fb7cb950adb30ef" providerId="LiveId" clId="{E5453155-70DF-48CB-80E9-A450C9EEE553}"/>
    <pc:docChg chg="undo redo custSel addSld delSld modSld">
      <pc:chgData name="Ayush Patel" userId="9fb7cb950adb30ef" providerId="LiveId" clId="{E5453155-70DF-48CB-80E9-A450C9EEE553}" dt="2026-02-12T18:52:56.819" v="621" actId="20577"/>
      <pc:docMkLst>
        <pc:docMk/>
      </pc:docMkLst>
      <pc:sldChg chg="del">
        <pc:chgData name="Ayush Patel" userId="9fb7cb950adb30ef" providerId="LiveId" clId="{E5453155-70DF-48CB-80E9-A450C9EEE553}" dt="2026-02-12T16:25:10.332" v="2" actId="47"/>
        <pc:sldMkLst>
          <pc:docMk/>
          <pc:sldMk cId="2952923800" sldId="281"/>
        </pc:sldMkLst>
      </pc:sldChg>
      <pc:sldChg chg="del">
        <pc:chgData name="Ayush Patel" userId="9fb7cb950adb30ef" providerId="LiveId" clId="{E5453155-70DF-48CB-80E9-A450C9EEE553}" dt="2026-02-12T16:25:11.320" v="3" actId="47"/>
        <pc:sldMkLst>
          <pc:docMk/>
          <pc:sldMk cId="685681062" sldId="282"/>
        </pc:sldMkLst>
      </pc:sldChg>
      <pc:sldChg chg="delSp modSp mod">
        <pc:chgData name="Ayush Patel" userId="9fb7cb950adb30ef" providerId="LiveId" clId="{E5453155-70DF-48CB-80E9-A450C9EEE553}" dt="2026-02-12T18:30:15.254" v="411" actId="20577"/>
        <pc:sldMkLst>
          <pc:docMk/>
          <pc:sldMk cId="1973173046" sldId="297"/>
        </pc:sldMkLst>
        <pc:spChg chg="mod">
          <ac:chgData name="Ayush Patel" userId="9fb7cb950adb30ef" providerId="LiveId" clId="{E5453155-70DF-48CB-80E9-A450C9EEE553}" dt="2026-02-12T18:30:15.254" v="411" actId="20577"/>
          <ac:spMkLst>
            <pc:docMk/>
            <pc:sldMk cId="1973173046" sldId="297"/>
            <ac:spMk id="2" creationId="{509D22C5-0C9E-B582-A8FE-B45E70A01E7F}"/>
          </ac:spMkLst>
        </pc:spChg>
        <pc:spChg chg="del mod">
          <ac:chgData name="Ayush Patel" userId="9fb7cb950adb30ef" providerId="LiveId" clId="{E5453155-70DF-48CB-80E9-A450C9EEE553}" dt="2026-02-12T18:30:11.852" v="410" actId="478"/>
          <ac:spMkLst>
            <pc:docMk/>
            <pc:sldMk cId="1973173046" sldId="297"/>
            <ac:spMk id="3" creationId="{D8B5CEF2-E667-BBB5-2EA6-C06F93B6DE12}"/>
          </ac:spMkLst>
        </pc:spChg>
      </pc:sldChg>
      <pc:sldChg chg="del">
        <pc:chgData name="Ayush Patel" userId="9fb7cb950adb30ef" providerId="LiveId" clId="{E5453155-70DF-48CB-80E9-A450C9EEE553}" dt="2026-02-12T16:25:08.744" v="1" actId="47"/>
        <pc:sldMkLst>
          <pc:docMk/>
          <pc:sldMk cId="2906491918" sldId="307"/>
        </pc:sldMkLst>
      </pc:sldChg>
      <pc:sldChg chg="delSp modSp mod">
        <pc:chgData name="Ayush Patel" userId="9fb7cb950adb30ef" providerId="LiveId" clId="{E5453155-70DF-48CB-80E9-A450C9EEE553}" dt="2026-02-12T18:18:33.857" v="217" actId="20577"/>
        <pc:sldMkLst>
          <pc:docMk/>
          <pc:sldMk cId="1131718056" sldId="314"/>
        </pc:sldMkLst>
        <pc:spChg chg="mod">
          <ac:chgData name="Ayush Patel" userId="9fb7cb950adb30ef" providerId="LiveId" clId="{E5453155-70DF-48CB-80E9-A450C9EEE553}" dt="2026-02-12T18:18:33.857" v="217" actId="20577"/>
          <ac:spMkLst>
            <pc:docMk/>
            <pc:sldMk cId="1131718056" sldId="314"/>
            <ac:spMk id="2" creationId="{B6210199-C129-11F0-56F2-2D1AED21CB4C}"/>
          </ac:spMkLst>
        </pc:spChg>
        <pc:spChg chg="del mod">
          <ac:chgData name="Ayush Patel" userId="9fb7cb950adb30ef" providerId="LiveId" clId="{E5453155-70DF-48CB-80E9-A450C9EEE553}" dt="2026-02-12T18:13:58.100" v="210" actId="478"/>
          <ac:spMkLst>
            <pc:docMk/>
            <pc:sldMk cId="1131718056" sldId="314"/>
            <ac:spMk id="4" creationId="{BDDD6BDC-E008-6AB7-55A1-46ED9BCF054F}"/>
          </ac:spMkLst>
        </pc:spChg>
      </pc:sldChg>
      <pc:sldChg chg="addSp delSp modSp mod">
        <pc:chgData name="Ayush Patel" userId="9fb7cb950adb30ef" providerId="LiveId" clId="{E5453155-70DF-48CB-80E9-A450C9EEE553}" dt="2026-02-12T18:20:56.757" v="241" actId="1076"/>
        <pc:sldMkLst>
          <pc:docMk/>
          <pc:sldMk cId="2468595790" sldId="315"/>
        </pc:sldMkLst>
        <pc:spChg chg="del">
          <ac:chgData name="Ayush Patel" userId="9fb7cb950adb30ef" providerId="LiveId" clId="{E5453155-70DF-48CB-80E9-A450C9EEE553}" dt="2026-02-12T18:18:43.914" v="218" actId="478"/>
          <ac:spMkLst>
            <pc:docMk/>
            <pc:sldMk cId="2468595790" sldId="315"/>
            <ac:spMk id="2" creationId="{B28A34A6-22BC-27A4-2C79-EE98A4943B14}"/>
          </ac:spMkLst>
        </pc:spChg>
        <pc:spChg chg="add del mod">
          <ac:chgData name="Ayush Patel" userId="9fb7cb950adb30ef" providerId="LiveId" clId="{E5453155-70DF-48CB-80E9-A450C9EEE553}" dt="2026-02-12T18:18:46.734" v="219" actId="478"/>
          <ac:spMkLst>
            <pc:docMk/>
            <pc:sldMk cId="2468595790" sldId="315"/>
            <ac:spMk id="5" creationId="{D207553B-88E3-DF31-A1A5-62F36D816D6B}"/>
          </ac:spMkLst>
        </pc:spChg>
        <pc:spChg chg="add del mod">
          <ac:chgData name="Ayush Patel" userId="9fb7cb950adb30ef" providerId="LiveId" clId="{E5453155-70DF-48CB-80E9-A450C9EEE553}" dt="2026-02-12T18:18:56.960" v="222" actId="478"/>
          <ac:spMkLst>
            <pc:docMk/>
            <pc:sldMk cId="2468595790" sldId="315"/>
            <ac:spMk id="7" creationId="{2482B333-5782-BEF9-71CE-056814673571}"/>
          </ac:spMkLst>
        </pc:spChg>
        <pc:spChg chg="add">
          <ac:chgData name="Ayush Patel" userId="9fb7cb950adb30ef" providerId="LiveId" clId="{E5453155-70DF-48CB-80E9-A450C9EEE553}" dt="2026-02-12T18:19:15.167" v="226"/>
          <ac:spMkLst>
            <pc:docMk/>
            <pc:sldMk cId="2468595790" sldId="315"/>
            <ac:spMk id="8" creationId="{CC3330BB-0F70-FA25-5CE8-B258CE9B594B}"/>
          </ac:spMkLst>
        </pc:spChg>
        <pc:spChg chg="add del">
          <ac:chgData name="Ayush Patel" userId="9fb7cb950adb30ef" providerId="LiveId" clId="{E5453155-70DF-48CB-80E9-A450C9EEE553}" dt="2026-02-12T18:19:52.539" v="235" actId="22"/>
          <ac:spMkLst>
            <pc:docMk/>
            <pc:sldMk cId="2468595790" sldId="315"/>
            <ac:spMk id="11" creationId="{379EFF7E-BD1F-2900-231B-A60066C79BE4}"/>
          </ac:spMkLst>
        </pc:spChg>
        <pc:spChg chg="add mod">
          <ac:chgData name="Ayush Patel" userId="9fb7cb950adb30ef" providerId="LiveId" clId="{E5453155-70DF-48CB-80E9-A450C9EEE553}" dt="2026-02-12T18:20:56.757" v="241" actId="1076"/>
          <ac:spMkLst>
            <pc:docMk/>
            <pc:sldMk cId="2468595790" sldId="315"/>
            <ac:spMk id="13" creationId="{CB3FCBA7-00D4-80D9-9ECA-32C5DFDB3175}"/>
          </ac:spMkLst>
        </pc:spChg>
        <pc:spChg chg="mod">
          <ac:chgData name="Ayush Patel" userId="9fb7cb950adb30ef" providerId="LiveId" clId="{E5453155-70DF-48CB-80E9-A450C9EEE553}" dt="2026-02-12T18:19:06.904" v="225"/>
          <ac:spMkLst>
            <pc:docMk/>
            <pc:sldMk cId="2468595790" sldId="315"/>
            <ac:spMk id="16" creationId="{AEF9954A-E263-8A7E-58B1-4D03F7D1BD9B}"/>
          </ac:spMkLst>
        </pc:spChg>
        <pc:spChg chg="del mod">
          <ac:chgData name="Ayush Patel" userId="9fb7cb950adb30ef" providerId="LiveId" clId="{E5453155-70DF-48CB-80E9-A450C9EEE553}" dt="2026-02-12T18:18:53.503" v="221" actId="478"/>
          <ac:spMkLst>
            <pc:docMk/>
            <pc:sldMk cId="2468595790" sldId="315"/>
            <ac:spMk id="17" creationId="{33680A80-5C61-DD02-1119-0565C0AD5372}"/>
          </ac:spMkLst>
        </pc:spChg>
        <pc:picChg chg="add mod">
          <ac:chgData name="Ayush Patel" userId="9fb7cb950adb30ef" providerId="LiveId" clId="{E5453155-70DF-48CB-80E9-A450C9EEE553}" dt="2026-02-12T18:20:51.894" v="240" actId="1076"/>
          <ac:picMkLst>
            <pc:docMk/>
            <pc:sldMk cId="2468595790" sldId="315"/>
            <ac:picMk id="9" creationId="{3F07CC8F-77E0-4390-F059-A5890159F587}"/>
          </ac:picMkLst>
        </pc:picChg>
      </pc:sldChg>
      <pc:sldChg chg="del">
        <pc:chgData name="Ayush Patel" userId="9fb7cb950adb30ef" providerId="LiveId" clId="{E5453155-70DF-48CB-80E9-A450C9EEE553}" dt="2026-02-12T18:29:54.263" v="404" actId="47"/>
        <pc:sldMkLst>
          <pc:docMk/>
          <pc:sldMk cId="1941619646" sldId="317"/>
        </pc:sldMkLst>
      </pc:sldChg>
      <pc:sldChg chg="del">
        <pc:chgData name="Ayush Patel" userId="9fb7cb950adb30ef" providerId="LiveId" clId="{E5453155-70DF-48CB-80E9-A450C9EEE553}" dt="2026-02-12T18:29:55.457" v="405" actId="47"/>
        <pc:sldMkLst>
          <pc:docMk/>
          <pc:sldMk cId="4072101725" sldId="318"/>
        </pc:sldMkLst>
      </pc:sldChg>
      <pc:sldChg chg="del">
        <pc:chgData name="Ayush Patel" userId="9fb7cb950adb30ef" providerId="LiveId" clId="{E5453155-70DF-48CB-80E9-A450C9EEE553}" dt="2026-02-12T18:29:56.688" v="406" actId="47"/>
        <pc:sldMkLst>
          <pc:docMk/>
          <pc:sldMk cId="3969996159" sldId="319"/>
        </pc:sldMkLst>
      </pc:sldChg>
      <pc:sldChg chg="del">
        <pc:chgData name="Ayush Patel" userId="9fb7cb950adb30ef" providerId="LiveId" clId="{E5453155-70DF-48CB-80E9-A450C9EEE553}" dt="2026-02-12T18:29:59.372" v="407" actId="47"/>
        <pc:sldMkLst>
          <pc:docMk/>
          <pc:sldMk cId="2498021601" sldId="321"/>
        </pc:sldMkLst>
      </pc:sldChg>
      <pc:sldChg chg="del">
        <pc:chgData name="Ayush Patel" userId="9fb7cb950adb30ef" providerId="LiveId" clId="{E5453155-70DF-48CB-80E9-A450C9EEE553}" dt="2026-02-12T18:30:01.622" v="408" actId="47"/>
        <pc:sldMkLst>
          <pc:docMk/>
          <pc:sldMk cId="1686213229" sldId="322"/>
        </pc:sldMkLst>
      </pc:sldChg>
      <pc:sldChg chg="addSp modSp new mod">
        <pc:chgData name="Ayush Patel" userId="9fb7cb950adb30ef" providerId="LiveId" clId="{E5453155-70DF-48CB-80E9-A450C9EEE553}" dt="2026-02-12T18:01:43.796" v="111" actId="113"/>
        <pc:sldMkLst>
          <pc:docMk/>
          <pc:sldMk cId="1932378910" sldId="324"/>
        </pc:sldMkLst>
        <pc:spChg chg="mod">
          <ac:chgData name="Ayush Patel" userId="9fb7cb950adb30ef" providerId="LiveId" clId="{E5453155-70DF-48CB-80E9-A450C9EEE553}" dt="2026-02-12T16:26:38.184" v="7" actId="1076"/>
          <ac:spMkLst>
            <pc:docMk/>
            <pc:sldMk cId="1932378910" sldId="324"/>
            <ac:spMk id="2" creationId="{207680C5-1F15-3961-BCA4-7ED7F4A2A362}"/>
          </ac:spMkLst>
        </pc:spChg>
        <pc:spChg chg="mod">
          <ac:chgData name="Ayush Patel" userId="9fb7cb950adb30ef" providerId="LiveId" clId="{E5453155-70DF-48CB-80E9-A450C9EEE553}" dt="2026-02-12T18:01:43.796" v="111" actId="113"/>
          <ac:spMkLst>
            <pc:docMk/>
            <pc:sldMk cId="1932378910" sldId="324"/>
            <ac:spMk id="3" creationId="{5FD0FAC6-F61D-1CD2-1716-A7C58DC7124F}"/>
          </ac:spMkLst>
        </pc:spChg>
        <pc:spChg chg="add">
          <ac:chgData name="Ayush Patel" userId="9fb7cb950adb30ef" providerId="LiveId" clId="{E5453155-70DF-48CB-80E9-A450C9EEE553}" dt="2026-02-12T18:01:12.238" v="99"/>
          <ac:spMkLst>
            <pc:docMk/>
            <pc:sldMk cId="1932378910" sldId="324"/>
            <ac:spMk id="5" creationId="{6EC41840-C130-FD3B-993C-9722D3C54A00}"/>
          </ac:spMkLst>
        </pc:spChg>
        <pc:spChg chg="add">
          <ac:chgData name="Ayush Patel" userId="9fb7cb950adb30ef" providerId="LiveId" clId="{E5453155-70DF-48CB-80E9-A450C9EEE553}" dt="2026-02-12T18:01:15.072" v="100"/>
          <ac:spMkLst>
            <pc:docMk/>
            <pc:sldMk cId="1932378910" sldId="324"/>
            <ac:spMk id="6" creationId="{3C63056A-BCCA-7964-8990-EEFFE8BD9F2D}"/>
          </ac:spMkLst>
        </pc:spChg>
        <pc:picChg chg="add">
          <ac:chgData name="Ayush Patel" userId="9fb7cb950adb30ef" providerId="LiveId" clId="{E5453155-70DF-48CB-80E9-A450C9EEE553}" dt="2026-02-12T18:01:12.238" v="99"/>
          <ac:picMkLst>
            <pc:docMk/>
            <pc:sldMk cId="1932378910" sldId="324"/>
            <ac:picMk id="5122" creationId="{B1E60DF0-97C2-D9F3-0DA1-5C7E44CD0D51}"/>
          </ac:picMkLst>
        </pc:picChg>
        <pc:picChg chg="add">
          <ac:chgData name="Ayush Patel" userId="9fb7cb950adb30ef" providerId="LiveId" clId="{E5453155-70DF-48CB-80E9-A450C9EEE553}" dt="2026-02-12T18:01:12.238" v="99"/>
          <ac:picMkLst>
            <pc:docMk/>
            <pc:sldMk cId="1932378910" sldId="324"/>
            <ac:picMk id="5123" creationId="{AAD1C01A-15A6-BDC1-4F5F-032289296D6F}"/>
          </ac:picMkLst>
        </pc:picChg>
        <pc:picChg chg="add">
          <ac:chgData name="Ayush Patel" userId="9fb7cb950adb30ef" providerId="LiveId" clId="{E5453155-70DF-48CB-80E9-A450C9EEE553}" dt="2026-02-12T18:01:15.072" v="100"/>
          <ac:picMkLst>
            <pc:docMk/>
            <pc:sldMk cId="1932378910" sldId="324"/>
            <ac:picMk id="5125" creationId="{600292CB-335A-F4BE-79DD-A8F3C4C0D60A}"/>
          </ac:picMkLst>
        </pc:picChg>
        <pc:picChg chg="add">
          <ac:chgData name="Ayush Patel" userId="9fb7cb950adb30ef" providerId="LiveId" clId="{E5453155-70DF-48CB-80E9-A450C9EEE553}" dt="2026-02-12T18:01:15.072" v="100"/>
          <ac:picMkLst>
            <pc:docMk/>
            <pc:sldMk cId="1932378910" sldId="324"/>
            <ac:picMk id="5126" creationId="{12D512EE-FFD5-6CBF-38DA-13F607F76D04}"/>
          </ac:picMkLst>
        </pc:picChg>
      </pc:sldChg>
      <pc:sldChg chg="addSp delSp modSp new del mod">
        <pc:chgData name="Ayush Patel" userId="9fb7cb950adb30ef" providerId="LiveId" clId="{E5453155-70DF-48CB-80E9-A450C9EEE553}" dt="2026-02-12T18:01:47.691" v="112" actId="47"/>
        <pc:sldMkLst>
          <pc:docMk/>
          <pc:sldMk cId="1753647672" sldId="325"/>
        </pc:sldMkLst>
        <pc:spChg chg="del">
          <ac:chgData name="Ayush Patel" userId="9fb7cb950adb30ef" providerId="LiveId" clId="{E5453155-70DF-48CB-80E9-A450C9EEE553}" dt="2026-02-12T16:28:28.631" v="19" actId="478"/>
          <ac:spMkLst>
            <pc:docMk/>
            <pc:sldMk cId="1753647672" sldId="325"/>
            <ac:spMk id="2" creationId="{3CA61D8C-7770-673F-332D-D169B74A16DB}"/>
          </ac:spMkLst>
        </pc:spChg>
        <pc:spChg chg="del">
          <ac:chgData name="Ayush Patel" userId="9fb7cb950adb30ef" providerId="LiveId" clId="{E5453155-70DF-48CB-80E9-A450C9EEE553}" dt="2026-02-12T16:28:31.937" v="20" actId="478"/>
          <ac:spMkLst>
            <pc:docMk/>
            <pc:sldMk cId="1753647672" sldId="325"/>
            <ac:spMk id="3" creationId="{48443CB1-8C55-D3F1-A9E6-68A22BB0CA96}"/>
          </ac:spMkLst>
        </pc:spChg>
        <pc:spChg chg="add mod">
          <ac:chgData name="Ayush Patel" userId="9fb7cb950adb30ef" providerId="LiveId" clId="{E5453155-70DF-48CB-80E9-A450C9EEE553}" dt="2026-02-12T16:32:14.820" v="56" actId="1076"/>
          <ac:spMkLst>
            <pc:docMk/>
            <pc:sldMk cId="1753647672" sldId="325"/>
            <ac:spMk id="5" creationId="{9E343F58-028D-2111-4A0A-603BB0E5C919}"/>
          </ac:spMkLst>
        </pc:spChg>
        <pc:spChg chg="add">
          <ac:chgData name="Ayush Patel" userId="9fb7cb950adb30ef" providerId="LiveId" clId="{E5453155-70DF-48CB-80E9-A450C9EEE553}" dt="2026-02-12T16:29:32.304" v="27"/>
          <ac:spMkLst>
            <pc:docMk/>
            <pc:sldMk cId="1753647672" sldId="325"/>
            <ac:spMk id="6" creationId="{CC311F2F-B5DE-96DF-9E6D-19EC811081F5}"/>
          </ac:spMkLst>
        </pc:spChg>
        <pc:spChg chg="add">
          <ac:chgData name="Ayush Patel" userId="9fb7cb950adb30ef" providerId="LiveId" clId="{E5453155-70DF-48CB-80E9-A450C9EEE553}" dt="2026-02-12T16:30:24.962" v="33"/>
          <ac:spMkLst>
            <pc:docMk/>
            <pc:sldMk cId="1753647672" sldId="325"/>
            <ac:spMk id="7" creationId="{8D8A66A5-B4EC-F556-F09E-941C833B9A98}"/>
          </ac:spMkLst>
        </pc:spChg>
        <pc:spChg chg="add">
          <ac:chgData name="Ayush Patel" userId="9fb7cb950adb30ef" providerId="LiveId" clId="{E5453155-70DF-48CB-80E9-A450C9EEE553}" dt="2026-02-12T16:30:29.805" v="40"/>
          <ac:spMkLst>
            <pc:docMk/>
            <pc:sldMk cId="1753647672" sldId="325"/>
            <ac:spMk id="8" creationId="{00B7E58C-222D-5E1A-71B9-ECA64908D60F}"/>
          </ac:spMkLst>
        </pc:spChg>
        <pc:spChg chg="add">
          <ac:chgData name="Ayush Patel" userId="9fb7cb950adb30ef" providerId="LiveId" clId="{E5453155-70DF-48CB-80E9-A450C9EEE553}" dt="2026-02-12T16:30:35.301" v="45"/>
          <ac:spMkLst>
            <pc:docMk/>
            <pc:sldMk cId="1753647672" sldId="325"/>
            <ac:spMk id="9" creationId="{5A570770-CB50-3674-0CBF-1DEE92361974}"/>
          </ac:spMkLst>
        </pc:spChg>
        <pc:spChg chg="add">
          <ac:chgData name="Ayush Patel" userId="9fb7cb950adb30ef" providerId="LiveId" clId="{E5453155-70DF-48CB-80E9-A450C9EEE553}" dt="2026-02-12T16:31:03.814" v="46"/>
          <ac:spMkLst>
            <pc:docMk/>
            <pc:sldMk cId="1753647672" sldId="325"/>
            <ac:spMk id="10" creationId="{B60E3F47-F1A1-8E75-90D9-1A0205D5712A}"/>
          </ac:spMkLst>
        </pc:spChg>
        <pc:spChg chg="add">
          <ac:chgData name="Ayush Patel" userId="9fb7cb950adb30ef" providerId="LiveId" clId="{E5453155-70DF-48CB-80E9-A450C9EEE553}" dt="2026-02-12T16:31:09.185" v="47"/>
          <ac:spMkLst>
            <pc:docMk/>
            <pc:sldMk cId="1753647672" sldId="325"/>
            <ac:spMk id="11" creationId="{779287DC-6C21-A466-609C-12C6E8A31F5A}"/>
          </ac:spMkLst>
        </pc:spChg>
        <pc:picChg chg="add mod">
          <ac:chgData name="Ayush Patel" userId="9fb7cb950adb30ef" providerId="LiveId" clId="{E5453155-70DF-48CB-80E9-A450C9EEE553}" dt="2026-02-12T16:28:51.136" v="25" actId="1076"/>
          <ac:picMkLst>
            <pc:docMk/>
            <pc:sldMk cId="1753647672" sldId="325"/>
            <ac:picMk id="2050" creationId="{D5BF1D97-9667-EDD6-2405-16264547A2DD}"/>
          </ac:picMkLst>
        </pc:picChg>
      </pc:sldChg>
      <pc:sldChg chg="addSp delSp modSp new mod">
        <pc:chgData name="Ayush Patel" userId="9fb7cb950adb30ef" providerId="LiveId" clId="{E5453155-70DF-48CB-80E9-A450C9EEE553}" dt="2026-02-12T18:04:51.032" v="139" actId="1076"/>
        <pc:sldMkLst>
          <pc:docMk/>
          <pc:sldMk cId="2146523116" sldId="325"/>
        </pc:sldMkLst>
        <pc:spChg chg="del">
          <ac:chgData name="Ayush Patel" userId="9fb7cb950adb30ef" providerId="LiveId" clId="{E5453155-70DF-48CB-80E9-A450C9EEE553}" dt="2026-02-12T18:01:58.306" v="116" actId="478"/>
          <ac:spMkLst>
            <pc:docMk/>
            <pc:sldMk cId="2146523116" sldId="325"/>
            <ac:spMk id="2" creationId="{6FECBA94-AB07-33B6-2453-A88FB048B9A0}"/>
          </ac:spMkLst>
        </pc:spChg>
        <pc:spChg chg="mod">
          <ac:chgData name="Ayush Patel" userId="9fb7cb950adb30ef" providerId="LiveId" clId="{E5453155-70DF-48CB-80E9-A450C9EEE553}" dt="2026-02-12T18:03:30.801" v="132" actId="255"/>
          <ac:spMkLst>
            <pc:docMk/>
            <pc:sldMk cId="2146523116" sldId="325"/>
            <ac:spMk id="3" creationId="{ECDF8F8D-F41C-A4F3-9D99-AA8D04E976A1}"/>
          </ac:spMkLst>
        </pc:spChg>
        <pc:spChg chg="add">
          <ac:chgData name="Ayush Patel" userId="9fb7cb950adb30ef" providerId="LiveId" clId="{E5453155-70DF-48CB-80E9-A450C9EEE553}" dt="2026-02-12T18:02:17.433" v="118"/>
          <ac:spMkLst>
            <pc:docMk/>
            <pc:sldMk cId="2146523116" sldId="325"/>
            <ac:spMk id="5" creationId="{8F4AF58F-BDE3-4046-1003-53A5084E19EE}"/>
          </ac:spMkLst>
        </pc:spChg>
        <pc:spChg chg="add mod">
          <ac:chgData name="Ayush Patel" userId="9fb7cb950adb30ef" providerId="LiveId" clId="{E5453155-70DF-48CB-80E9-A450C9EEE553}" dt="2026-02-12T18:04:43.490" v="138" actId="14100"/>
          <ac:spMkLst>
            <pc:docMk/>
            <pc:sldMk cId="2146523116" sldId="325"/>
            <ac:spMk id="7" creationId="{06BE0333-7538-D0AB-CD8B-FE053C88DED1}"/>
          </ac:spMkLst>
        </pc:spChg>
        <pc:picChg chg="add">
          <ac:chgData name="Ayush Patel" userId="9fb7cb950adb30ef" providerId="LiveId" clId="{E5453155-70DF-48CB-80E9-A450C9EEE553}" dt="2026-02-12T18:02:17.433" v="118"/>
          <ac:picMkLst>
            <pc:docMk/>
            <pc:sldMk cId="2146523116" sldId="325"/>
            <ac:picMk id="6146" creationId="{64AA66E2-7D1F-87DD-38A9-83532D583553}"/>
          </ac:picMkLst>
        </pc:picChg>
        <pc:picChg chg="add">
          <ac:chgData name="Ayush Patel" userId="9fb7cb950adb30ef" providerId="LiveId" clId="{E5453155-70DF-48CB-80E9-A450C9EEE553}" dt="2026-02-12T18:02:17.433" v="118"/>
          <ac:picMkLst>
            <pc:docMk/>
            <pc:sldMk cId="2146523116" sldId="325"/>
            <ac:picMk id="6147" creationId="{C7FD1F9A-54C9-2D2A-77AB-CE5FEFB04722}"/>
          </ac:picMkLst>
        </pc:picChg>
        <pc:picChg chg="add mod">
          <ac:chgData name="Ayush Patel" userId="9fb7cb950adb30ef" providerId="LiveId" clId="{E5453155-70DF-48CB-80E9-A450C9EEE553}" dt="2026-02-12T18:03:06.379" v="129" actId="1076"/>
          <ac:picMkLst>
            <pc:docMk/>
            <pc:sldMk cId="2146523116" sldId="325"/>
            <ac:picMk id="6149" creationId="{5AEC0B60-07AE-BA4F-5F7A-4E574C894C7A}"/>
          </ac:picMkLst>
        </pc:picChg>
        <pc:picChg chg="add mod">
          <ac:chgData name="Ayush Patel" userId="9fb7cb950adb30ef" providerId="LiveId" clId="{E5453155-70DF-48CB-80E9-A450C9EEE553}" dt="2026-02-12T18:04:51.032" v="139" actId="1076"/>
          <ac:picMkLst>
            <pc:docMk/>
            <pc:sldMk cId="2146523116" sldId="325"/>
            <ac:picMk id="6151" creationId="{4DA7309A-14F4-F3D9-4EED-6FCE76BF4DB5}"/>
          </ac:picMkLst>
        </pc:picChg>
      </pc:sldChg>
      <pc:sldChg chg="modSp new mod">
        <pc:chgData name="Ayush Patel" userId="9fb7cb950adb30ef" providerId="LiveId" clId="{E5453155-70DF-48CB-80E9-A450C9EEE553}" dt="2026-02-12T18:05:35.926" v="148" actId="12"/>
        <pc:sldMkLst>
          <pc:docMk/>
          <pc:sldMk cId="1973293887" sldId="326"/>
        </pc:sldMkLst>
        <pc:spChg chg="mod">
          <ac:chgData name="Ayush Patel" userId="9fb7cb950adb30ef" providerId="LiveId" clId="{E5453155-70DF-48CB-80E9-A450C9EEE553}" dt="2026-02-12T18:05:15.951" v="144" actId="14100"/>
          <ac:spMkLst>
            <pc:docMk/>
            <pc:sldMk cId="1973293887" sldId="326"/>
            <ac:spMk id="2" creationId="{8AAE3AF5-AF8F-6AAE-EA63-A14294A8E475}"/>
          </ac:spMkLst>
        </pc:spChg>
        <pc:spChg chg="mod">
          <ac:chgData name="Ayush Patel" userId="9fb7cb950adb30ef" providerId="LiveId" clId="{E5453155-70DF-48CB-80E9-A450C9EEE553}" dt="2026-02-12T18:05:35.926" v="148" actId="12"/>
          <ac:spMkLst>
            <pc:docMk/>
            <pc:sldMk cId="1973293887" sldId="326"/>
            <ac:spMk id="3" creationId="{3DA5D92A-7E95-5051-BE94-FFC97D03FDC2}"/>
          </ac:spMkLst>
        </pc:spChg>
      </pc:sldChg>
      <pc:sldChg chg="addSp delSp modSp new del mod">
        <pc:chgData name="Ayush Patel" userId="9fb7cb950adb30ef" providerId="LiveId" clId="{E5453155-70DF-48CB-80E9-A450C9EEE553}" dt="2026-02-12T18:01:48.551" v="113" actId="47"/>
        <pc:sldMkLst>
          <pc:docMk/>
          <pc:sldMk cId="2094983394" sldId="326"/>
        </pc:sldMkLst>
        <pc:spChg chg="del">
          <ac:chgData name="Ayush Patel" userId="9fb7cb950adb30ef" providerId="LiveId" clId="{E5453155-70DF-48CB-80E9-A450C9EEE553}" dt="2026-02-12T16:32:46.154" v="69" actId="478"/>
          <ac:spMkLst>
            <pc:docMk/>
            <pc:sldMk cId="2094983394" sldId="326"/>
            <ac:spMk id="2" creationId="{4375BBE7-933E-0B73-04FA-7594E15EF99A}"/>
          </ac:spMkLst>
        </pc:spChg>
        <pc:spChg chg="add del mod">
          <ac:chgData name="Ayush Patel" userId="9fb7cb950adb30ef" providerId="LiveId" clId="{E5453155-70DF-48CB-80E9-A450C9EEE553}" dt="2026-02-12T16:33:09.097" v="76" actId="27636"/>
          <ac:spMkLst>
            <pc:docMk/>
            <pc:sldMk cId="2094983394" sldId="326"/>
            <ac:spMk id="3" creationId="{B3940C61-4ACB-12F4-C57E-3B0FCF57E9FC}"/>
          </ac:spMkLst>
        </pc:spChg>
        <pc:spChg chg="add mod">
          <ac:chgData name="Ayush Patel" userId="9fb7cb950adb30ef" providerId="LiveId" clId="{E5453155-70DF-48CB-80E9-A450C9EEE553}" dt="2026-02-12T16:32:39.107" v="65"/>
          <ac:spMkLst>
            <pc:docMk/>
            <pc:sldMk cId="2094983394" sldId="326"/>
            <ac:spMk id="5" creationId="{078CAB2D-E654-B018-1392-7CE84D76E8A8}"/>
          </ac:spMkLst>
        </pc:spChg>
      </pc:sldChg>
      <pc:sldChg chg="addSp delSp modSp new del mod">
        <pc:chgData name="Ayush Patel" userId="9fb7cb950adb30ef" providerId="LiveId" clId="{E5453155-70DF-48CB-80E9-A450C9EEE553}" dt="2026-02-12T18:01:49.182" v="114" actId="47"/>
        <pc:sldMkLst>
          <pc:docMk/>
          <pc:sldMk cId="1536281386" sldId="327"/>
        </pc:sldMkLst>
        <pc:spChg chg="del">
          <ac:chgData name="Ayush Patel" userId="9fb7cb950adb30ef" providerId="LiveId" clId="{E5453155-70DF-48CB-80E9-A450C9EEE553}" dt="2026-02-12T16:33:38.390" v="78" actId="478"/>
          <ac:spMkLst>
            <pc:docMk/>
            <pc:sldMk cId="1536281386" sldId="327"/>
            <ac:spMk id="2" creationId="{6A03C257-C688-369C-6240-1793A7FB159C}"/>
          </ac:spMkLst>
        </pc:spChg>
        <pc:spChg chg="add del mod">
          <ac:chgData name="Ayush Patel" userId="9fb7cb950adb30ef" providerId="LiveId" clId="{E5453155-70DF-48CB-80E9-A450C9EEE553}" dt="2026-02-12T16:34:52.583" v="96" actId="27636"/>
          <ac:spMkLst>
            <pc:docMk/>
            <pc:sldMk cId="1536281386" sldId="327"/>
            <ac:spMk id="3" creationId="{24181166-3D79-6927-C085-11071F202173}"/>
          </ac:spMkLst>
        </pc:spChg>
        <pc:spChg chg="add mod">
          <ac:chgData name="Ayush Patel" userId="9fb7cb950adb30ef" providerId="LiveId" clId="{E5453155-70DF-48CB-80E9-A450C9EEE553}" dt="2026-02-12T16:33:50.775" v="83"/>
          <ac:spMkLst>
            <pc:docMk/>
            <pc:sldMk cId="1536281386" sldId="327"/>
            <ac:spMk id="5" creationId="{F6F9D224-5540-AC3E-A6FC-FBE80A87AB75}"/>
          </ac:spMkLst>
        </pc:spChg>
        <pc:spChg chg="add">
          <ac:chgData name="Ayush Patel" userId="9fb7cb950adb30ef" providerId="LiveId" clId="{E5453155-70DF-48CB-80E9-A450C9EEE553}" dt="2026-02-12T16:34:18.865" v="89"/>
          <ac:spMkLst>
            <pc:docMk/>
            <pc:sldMk cId="1536281386" sldId="327"/>
            <ac:spMk id="6" creationId="{8389971F-C661-0162-9C28-D99FC241E209}"/>
          </ac:spMkLst>
        </pc:spChg>
        <pc:spChg chg="add">
          <ac:chgData name="Ayush Patel" userId="9fb7cb950adb30ef" providerId="LiveId" clId="{E5453155-70DF-48CB-80E9-A450C9EEE553}" dt="2026-02-12T16:34:22.750" v="90"/>
          <ac:spMkLst>
            <pc:docMk/>
            <pc:sldMk cId="1536281386" sldId="327"/>
            <ac:spMk id="7" creationId="{A2563663-1B8B-9C50-0492-484D437C6EDD}"/>
          </ac:spMkLst>
        </pc:spChg>
      </pc:sldChg>
      <pc:sldChg chg="addSp delSp modSp new mod">
        <pc:chgData name="Ayush Patel" userId="9fb7cb950adb30ef" providerId="LiveId" clId="{E5453155-70DF-48CB-80E9-A450C9EEE553}" dt="2026-02-12T18:08:46.693" v="172" actId="207"/>
        <pc:sldMkLst>
          <pc:docMk/>
          <pc:sldMk cId="3874352248" sldId="327"/>
        </pc:sldMkLst>
        <pc:spChg chg="del">
          <ac:chgData name="Ayush Patel" userId="9fb7cb950adb30ef" providerId="LiveId" clId="{E5453155-70DF-48CB-80E9-A450C9EEE553}" dt="2026-02-12T18:05:59.773" v="150" actId="478"/>
          <ac:spMkLst>
            <pc:docMk/>
            <pc:sldMk cId="3874352248" sldId="327"/>
            <ac:spMk id="2" creationId="{7534F07A-4634-BB55-B18B-693B823196C8}"/>
          </ac:spMkLst>
        </pc:spChg>
        <pc:spChg chg="mod">
          <ac:chgData name="Ayush Patel" userId="9fb7cb950adb30ef" providerId="LiveId" clId="{E5453155-70DF-48CB-80E9-A450C9EEE553}" dt="2026-02-12T18:06:47.656" v="156" actId="14100"/>
          <ac:spMkLst>
            <pc:docMk/>
            <pc:sldMk cId="3874352248" sldId="327"/>
            <ac:spMk id="3" creationId="{AA92A8FA-FDE8-F858-6C1C-5FCA43CECC0F}"/>
          </ac:spMkLst>
        </pc:spChg>
        <pc:spChg chg="add">
          <ac:chgData name="Ayush Patel" userId="9fb7cb950adb30ef" providerId="LiveId" clId="{E5453155-70DF-48CB-80E9-A450C9EEE553}" dt="2026-02-12T18:06:06.266" v="152"/>
          <ac:spMkLst>
            <pc:docMk/>
            <pc:sldMk cId="3874352248" sldId="327"/>
            <ac:spMk id="5" creationId="{92CA817A-8B14-E108-6347-5AB96A05054E}"/>
          </ac:spMkLst>
        </pc:spChg>
        <pc:spChg chg="add">
          <ac:chgData name="Ayush Patel" userId="9fb7cb950adb30ef" providerId="LiveId" clId="{E5453155-70DF-48CB-80E9-A450C9EEE553}" dt="2026-02-12T18:06:06.266" v="152"/>
          <ac:spMkLst>
            <pc:docMk/>
            <pc:sldMk cId="3874352248" sldId="327"/>
            <ac:spMk id="6" creationId="{029D66D6-E538-6736-B9BF-033257D9C849}"/>
          </ac:spMkLst>
        </pc:spChg>
        <pc:spChg chg="add">
          <ac:chgData name="Ayush Patel" userId="9fb7cb950adb30ef" providerId="LiveId" clId="{E5453155-70DF-48CB-80E9-A450C9EEE553}" dt="2026-02-12T18:06:53.146" v="157"/>
          <ac:spMkLst>
            <pc:docMk/>
            <pc:sldMk cId="3874352248" sldId="327"/>
            <ac:spMk id="7" creationId="{179A6CFD-5154-60B1-AEA2-317F5374C90F}"/>
          </ac:spMkLst>
        </pc:spChg>
        <pc:spChg chg="add mod">
          <ac:chgData name="Ayush Patel" userId="9fb7cb950adb30ef" providerId="LiveId" clId="{E5453155-70DF-48CB-80E9-A450C9EEE553}" dt="2026-02-12T18:08:46.693" v="172" actId="207"/>
          <ac:spMkLst>
            <pc:docMk/>
            <pc:sldMk cId="3874352248" sldId="327"/>
            <ac:spMk id="10" creationId="{80F720A4-788E-20E2-D279-2BEEF69B3961}"/>
          </ac:spMkLst>
        </pc:spChg>
        <pc:picChg chg="add mod">
          <ac:chgData name="Ayush Patel" userId="9fb7cb950adb30ef" providerId="LiveId" clId="{E5453155-70DF-48CB-80E9-A450C9EEE553}" dt="2026-02-12T18:08:18.097" v="166" actId="14100"/>
          <ac:picMkLst>
            <pc:docMk/>
            <pc:sldMk cId="3874352248" sldId="327"/>
            <ac:picMk id="8" creationId="{16E6E707-68F2-8650-3294-D9B9A6E2617F}"/>
          </ac:picMkLst>
        </pc:picChg>
      </pc:sldChg>
      <pc:sldChg chg="addSp delSp modSp new mod">
        <pc:chgData name="Ayush Patel" userId="9fb7cb950adb30ef" providerId="LiveId" clId="{E5453155-70DF-48CB-80E9-A450C9EEE553}" dt="2026-02-12T18:10:45.429" v="191" actId="207"/>
        <pc:sldMkLst>
          <pc:docMk/>
          <pc:sldMk cId="3209944113" sldId="328"/>
        </pc:sldMkLst>
        <pc:spChg chg="mod">
          <ac:chgData name="Ayush Patel" userId="9fb7cb950adb30ef" providerId="LiveId" clId="{E5453155-70DF-48CB-80E9-A450C9EEE553}" dt="2026-02-12T18:09:48.384" v="180" actId="20577"/>
          <ac:spMkLst>
            <pc:docMk/>
            <pc:sldMk cId="3209944113" sldId="328"/>
            <ac:spMk id="2" creationId="{E1348FFA-8DC2-5AB3-4828-CDA5E73393E1}"/>
          </ac:spMkLst>
        </pc:spChg>
        <pc:spChg chg="del">
          <ac:chgData name="Ayush Patel" userId="9fb7cb950adb30ef" providerId="LiveId" clId="{E5453155-70DF-48CB-80E9-A450C9EEE553}" dt="2026-02-12T18:10:06.321" v="182" actId="478"/>
          <ac:spMkLst>
            <pc:docMk/>
            <pc:sldMk cId="3209944113" sldId="328"/>
            <ac:spMk id="3" creationId="{E188E36D-8260-D683-105E-22F3F1576BCC}"/>
          </ac:spMkLst>
        </pc:spChg>
        <pc:spChg chg="add mod">
          <ac:chgData name="Ayush Patel" userId="9fb7cb950adb30ef" providerId="LiveId" clId="{E5453155-70DF-48CB-80E9-A450C9EEE553}" dt="2026-02-12T18:10:45.429" v="191" actId="207"/>
          <ac:spMkLst>
            <pc:docMk/>
            <pc:sldMk cId="3209944113" sldId="328"/>
            <ac:spMk id="8" creationId="{D3A0EA9F-390D-58F4-BE96-BD30EBB09800}"/>
          </ac:spMkLst>
        </pc:spChg>
        <pc:graphicFrameChg chg="add del modGraphic">
          <ac:chgData name="Ayush Patel" userId="9fb7cb950adb30ef" providerId="LiveId" clId="{E5453155-70DF-48CB-80E9-A450C9EEE553}" dt="2026-02-12T18:09:33.721" v="175" actId="478"/>
          <ac:graphicFrameMkLst>
            <pc:docMk/>
            <pc:sldMk cId="3209944113" sldId="328"/>
            <ac:graphicFrameMk id="6" creationId="{52F79F1B-1065-EDE2-E3E7-14B3B80C8665}"/>
          </ac:graphicFrameMkLst>
        </pc:graphicFrameChg>
        <pc:picChg chg="add mod">
          <ac:chgData name="Ayush Patel" userId="9fb7cb950adb30ef" providerId="LiveId" clId="{E5453155-70DF-48CB-80E9-A450C9EEE553}" dt="2026-02-12T18:10:24.622" v="186" actId="1076"/>
          <ac:picMkLst>
            <pc:docMk/>
            <pc:sldMk cId="3209944113" sldId="328"/>
            <ac:picMk id="8194" creationId="{DB1C5E56-A105-6C6D-0AB6-577EA6050307}"/>
          </ac:picMkLst>
        </pc:picChg>
      </pc:sldChg>
      <pc:sldChg chg="modSp new mod">
        <pc:chgData name="Ayush Patel" userId="9fb7cb950adb30ef" providerId="LiveId" clId="{E5453155-70DF-48CB-80E9-A450C9EEE553}" dt="2026-02-12T18:13:24.487" v="207" actId="20577"/>
        <pc:sldMkLst>
          <pc:docMk/>
          <pc:sldMk cId="3872052798" sldId="329"/>
        </pc:sldMkLst>
        <pc:spChg chg="mod">
          <ac:chgData name="Ayush Patel" userId="9fb7cb950adb30ef" providerId="LiveId" clId="{E5453155-70DF-48CB-80E9-A450C9EEE553}" dt="2026-02-12T18:12:30.126" v="197" actId="20577"/>
          <ac:spMkLst>
            <pc:docMk/>
            <pc:sldMk cId="3872052798" sldId="329"/>
            <ac:spMk id="2" creationId="{EF965041-8275-CD8F-66D6-BD2C35CF7ACC}"/>
          </ac:spMkLst>
        </pc:spChg>
        <pc:spChg chg="mod">
          <ac:chgData name="Ayush Patel" userId="9fb7cb950adb30ef" providerId="LiveId" clId="{E5453155-70DF-48CB-80E9-A450C9EEE553}" dt="2026-02-12T18:13:24.487" v="207" actId="20577"/>
          <ac:spMkLst>
            <pc:docMk/>
            <pc:sldMk cId="3872052798" sldId="329"/>
            <ac:spMk id="3" creationId="{EC535BD8-A61B-8E74-D0F1-444790D370D1}"/>
          </ac:spMkLst>
        </pc:spChg>
      </pc:sldChg>
      <pc:sldChg chg="delSp modSp new mod">
        <pc:chgData name="Ayush Patel" userId="9fb7cb950adb30ef" providerId="LiveId" clId="{E5453155-70DF-48CB-80E9-A450C9EEE553}" dt="2026-02-12T18:21:39.335" v="250" actId="122"/>
        <pc:sldMkLst>
          <pc:docMk/>
          <pc:sldMk cId="3245305255" sldId="330"/>
        </pc:sldMkLst>
        <pc:spChg chg="del">
          <ac:chgData name="Ayush Patel" userId="9fb7cb950adb30ef" providerId="LiveId" clId="{E5453155-70DF-48CB-80E9-A450C9EEE553}" dt="2026-02-12T18:21:07.891" v="243" actId="478"/>
          <ac:spMkLst>
            <pc:docMk/>
            <pc:sldMk cId="3245305255" sldId="330"/>
            <ac:spMk id="2" creationId="{CBB55DD0-D1DD-832A-60BA-898936CC504B}"/>
          </ac:spMkLst>
        </pc:spChg>
        <pc:spChg chg="del">
          <ac:chgData name="Ayush Patel" userId="9fb7cb950adb30ef" providerId="LiveId" clId="{E5453155-70DF-48CB-80E9-A450C9EEE553}" dt="2026-02-12T18:21:11.123" v="244" actId="478"/>
          <ac:spMkLst>
            <pc:docMk/>
            <pc:sldMk cId="3245305255" sldId="330"/>
            <ac:spMk id="4" creationId="{3FDC144E-F866-14D8-7C70-499025D12822}"/>
          </ac:spMkLst>
        </pc:spChg>
        <pc:spChg chg="mod">
          <ac:chgData name="Ayush Patel" userId="9fb7cb950adb30ef" providerId="LiveId" clId="{E5453155-70DF-48CB-80E9-A450C9EEE553}" dt="2026-02-12T18:21:39.335" v="250" actId="122"/>
          <ac:spMkLst>
            <pc:docMk/>
            <pc:sldMk cId="3245305255" sldId="330"/>
            <ac:spMk id="5" creationId="{91CB0C26-3975-1D3E-7D52-7F54B61E9EBC}"/>
          </ac:spMkLst>
        </pc:spChg>
      </pc:sldChg>
      <pc:sldChg chg="modSp add mod">
        <pc:chgData name="Ayush Patel" userId="9fb7cb950adb30ef" providerId="LiveId" clId="{E5453155-70DF-48CB-80E9-A450C9EEE553}" dt="2026-02-12T18:23:01.386" v="260" actId="20577"/>
        <pc:sldMkLst>
          <pc:docMk/>
          <pc:sldMk cId="3807432306" sldId="331"/>
        </pc:sldMkLst>
        <pc:spChg chg="mod">
          <ac:chgData name="Ayush Patel" userId="9fb7cb950adb30ef" providerId="LiveId" clId="{E5453155-70DF-48CB-80E9-A450C9EEE553}" dt="2026-02-12T18:23:01.386" v="260" actId="20577"/>
          <ac:spMkLst>
            <pc:docMk/>
            <pc:sldMk cId="3807432306" sldId="331"/>
            <ac:spMk id="5" creationId="{63B77B96-6B0A-548D-96AE-2A9DCAC2528C}"/>
          </ac:spMkLst>
        </pc:spChg>
      </pc:sldChg>
      <pc:sldChg chg="addSp modSp add mod">
        <pc:chgData name="Ayush Patel" userId="9fb7cb950adb30ef" providerId="LiveId" clId="{E5453155-70DF-48CB-80E9-A450C9EEE553}" dt="2026-02-12T18:24:42.755" v="307" actId="1076"/>
        <pc:sldMkLst>
          <pc:docMk/>
          <pc:sldMk cId="2168920854" sldId="332"/>
        </pc:sldMkLst>
        <pc:spChg chg="add">
          <ac:chgData name="Ayush Patel" userId="9fb7cb950adb30ef" providerId="LiveId" clId="{E5453155-70DF-48CB-80E9-A450C9EEE553}" dt="2026-02-12T18:24:24.888" v="302"/>
          <ac:spMkLst>
            <pc:docMk/>
            <pc:sldMk cId="2168920854" sldId="332"/>
            <ac:spMk id="2" creationId="{21057BBE-D8C8-BD71-A154-171F424AC0B3}"/>
          </ac:spMkLst>
        </pc:spChg>
        <pc:spChg chg="mod">
          <ac:chgData name="Ayush Patel" userId="9fb7cb950adb30ef" providerId="LiveId" clId="{E5453155-70DF-48CB-80E9-A450C9EEE553}" dt="2026-02-12T18:24:17.696" v="301" actId="20577"/>
          <ac:spMkLst>
            <pc:docMk/>
            <pc:sldMk cId="2168920854" sldId="332"/>
            <ac:spMk id="5" creationId="{C582746B-6144-E549-9F7E-1F8E8ADE2EBA}"/>
          </ac:spMkLst>
        </pc:spChg>
        <pc:picChg chg="add mod">
          <ac:chgData name="Ayush Patel" userId="9fb7cb950adb30ef" providerId="LiveId" clId="{E5453155-70DF-48CB-80E9-A450C9EEE553}" dt="2026-02-12T18:24:42.755" v="307" actId="1076"/>
          <ac:picMkLst>
            <pc:docMk/>
            <pc:sldMk cId="2168920854" sldId="332"/>
            <ac:picMk id="4" creationId="{B47FB040-9B7F-FF1B-A9B9-C6AF7CDF6064}"/>
          </ac:picMkLst>
        </pc:picChg>
      </pc:sldChg>
      <pc:sldChg chg="addSp delSp modSp add mod">
        <pc:chgData name="Ayush Patel" userId="9fb7cb950adb30ef" providerId="LiveId" clId="{E5453155-70DF-48CB-80E9-A450C9EEE553}" dt="2026-02-12T18:27:51.718" v="368" actId="1076"/>
        <pc:sldMkLst>
          <pc:docMk/>
          <pc:sldMk cId="541666374" sldId="333"/>
        </pc:sldMkLst>
        <pc:spChg chg="mod">
          <ac:chgData name="Ayush Patel" userId="9fb7cb950adb30ef" providerId="LiveId" clId="{E5453155-70DF-48CB-80E9-A450C9EEE553}" dt="2026-02-12T18:27:36.728" v="367" actId="20577"/>
          <ac:spMkLst>
            <pc:docMk/>
            <pc:sldMk cId="541666374" sldId="333"/>
            <ac:spMk id="5" creationId="{CCEE8D3D-2F55-9D7D-E528-91E27686C86E}"/>
          </ac:spMkLst>
        </pc:spChg>
        <pc:spChg chg="add del">
          <ac:chgData name="Ayush Patel" userId="9fb7cb950adb30ef" providerId="LiveId" clId="{E5453155-70DF-48CB-80E9-A450C9EEE553}" dt="2026-02-12T18:26:26.537" v="317" actId="22"/>
          <ac:spMkLst>
            <pc:docMk/>
            <pc:sldMk cId="541666374" sldId="333"/>
            <ac:spMk id="6" creationId="{8E2042A8-A914-D7E9-3AB9-4B9704A09A55}"/>
          </ac:spMkLst>
        </pc:spChg>
        <pc:graphicFrameChg chg="add mod modGraphic">
          <ac:chgData name="Ayush Patel" userId="9fb7cb950adb30ef" providerId="LiveId" clId="{E5453155-70DF-48CB-80E9-A450C9EEE553}" dt="2026-02-12T18:27:51.718" v="368" actId="1076"/>
          <ac:graphicFrameMkLst>
            <pc:docMk/>
            <pc:sldMk cId="541666374" sldId="333"/>
            <ac:graphicFrameMk id="2" creationId="{C55D2300-CDF9-62E8-CD9B-7BECD7011F53}"/>
          </ac:graphicFrameMkLst>
        </pc:graphicFrameChg>
      </pc:sldChg>
      <pc:sldChg chg="addSp delSp modSp add mod">
        <pc:chgData name="Ayush Patel" userId="9fb7cb950adb30ef" providerId="LiveId" clId="{E5453155-70DF-48CB-80E9-A450C9EEE553}" dt="2026-02-12T18:29:26.943" v="402" actId="1076"/>
        <pc:sldMkLst>
          <pc:docMk/>
          <pc:sldMk cId="1437478691" sldId="334"/>
        </pc:sldMkLst>
        <pc:spChg chg="mod">
          <ac:chgData name="Ayush Patel" userId="9fb7cb950adb30ef" providerId="LiveId" clId="{E5453155-70DF-48CB-80E9-A450C9EEE553}" dt="2026-02-12T18:29:02.210" v="398" actId="255"/>
          <ac:spMkLst>
            <pc:docMk/>
            <pc:sldMk cId="1437478691" sldId="334"/>
            <ac:spMk id="5" creationId="{0144C0A7-D83D-3CDC-4EFD-F6D5D866B6A5}"/>
          </ac:spMkLst>
        </pc:spChg>
        <pc:graphicFrameChg chg="del">
          <ac:chgData name="Ayush Patel" userId="9fb7cb950adb30ef" providerId="LiveId" clId="{E5453155-70DF-48CB-80E9-A450C9EEE553}" dt="2026-02-12T18:28:53.816" v="397" actId="478"/>
          <ac:graphicFrameMkLst>
            <pc:docMk/>
            <pc:sldMk cId="1437478691" sldId="334"/>
            <ac:graphicFrameMk id="2" creationId="{31FA9A6E-852C-3A03-73CD-7A87137C5DF3}"/>
          </ac:graphicFrameMkLst>
        </pc:graphicFrameChg>
        <pc:graphicFrameChg chg="add mod modGraphic">
          <ac:chgData name="Ayush Patel" userId="9fb7cb950adb30ef" providerId="LiveId" clId="{E5453155-70DF-48CB-80E9-A450C9EEE553}" dt="2026-02-12T18:29:26.943" v="402" actId="1076"/>
          <ac:graphicFrameMkLst>
            <pc:docMk/>
            <pc:sldMk cId="1437478691" sldId="334"/>
            <ac:graphicFrameMk id="4" creationId="{C2209DE1-9347-1C6C-BFB5-EA4EC6487312}"/>
          </ac:graphicFrameMkLst>
        </pc:graphicFrameChg>
      </pc:sldChg>
      <pc:sldChg chg="new del">
        <pc:chgData name="Ayush Patel" userId="9fb7cb950adb30ef" providerId="LiveId" clId="{E5453155-70DF-48CB-80E9-A450C9EEE553}" dt="2026-02-12T18:27:59.420" v="370" actId="680"/>
        <pc:sldMkLst>
          <pc:docMk/>
          <pc:sldMk cId="3676275265" sldId="334"/>
        </pc:sldMkLst>
      </pc:sldChg>
      <pc:sldChg chg="modSp add">
        <pc:chgData name="Ayush Patel" userId="9fb7cb950adb30ef" providerId="LiveId" clId="{E5453155-70DF-48CB-80E9-A450C9EEE553}" dt="2026-02-12T18:30:25.840" v="412"/>
        <pc:sldMkLst>
          <pc:docMk/>
          <pc:sldMk cId="2913152436" sldId="335"/>
        </pc:sldMkLst>
        <pc:spChg chg="mod">
          <ac:chgData name="Ayush Patel" userId="9fb7cb950adb30ef" providerId="LiveId" clId="{E5453155-70DF-48CB-80E9-A450C9EEE553}" dt="2026-02-12T18:30:25.840" v="412"/>
          <ac:spMkLst>
            <pc:docMk/>
            <pc:sldMk cId="2913152436" sldId="335"/>
            <ac:spMk id="2" creationId="{5CF72611-F925-897A-14A6-B96B06D600E3}"/>
          </ac:spMkLst>
        </pc:spChg>
      </pc:sldChg>
      <pc:sldChg chg="addSp delSp modSp add mod">
        <pc:chgData name="Ayush Patel" userId="9fb7cb950adb30ef" providerId="LiveId" clId="{E5453155-70DF-48CB-80E9-A450C9EEE553}" dt="2026-02-12T18:34:22.878" v="460" actId="123"/>
        <pc:sldMkLst>
          <pc:docMk/>
          <pc:sldMk cId="941392126" sldId="336"/>
        </pc:sldMkLst>
        <pc:spChg chg="mod">
          <ac:chgData name="Ayush Patel" userId="9fb7cb950adb30ef" providerId="LiveId" clId="{E5453155-70DF-48CB-80E9-A450C9EEE553}" dt="2026-02-12T18:34:05.673" v="457" actId="20577"/>
          <ac:spMkLst>
            <pc:docMk/>
            <pc:sldMk cId="941392126" sldId="336"/>
            <ac:spMk id="5" creationId="{2E77E1B1-F663-0EAF-0F07-66DEA1F954D0}"/>
          </ac:spMkLst>
        </pc:spChg>
        <pc:graphicFrameChg chg="add del mod modGraphic">
          <ac:chgData name="Ayush Patel" userId="9fb7cb950adb30ef" providerId="LiveId" clId="{E5453155-70DF-48CB-80E9-A450C9EEE553}" dt="2026-02-12T18:33:01.889" v="437" actId="3680"/>
          <ac:graphicFrameMkLst>
            <pc:docMk/>
            <pc:sldMk cId="941392126" sldId="336"/>
            <ac:graphicFrameMk id="2" creationId="{B2A400B5-EC55-C466-D547-8A54E84B58F9}"/>
          </ac:graphicFrameMkLst>
        </pc:graphicFrameChg>
        <pc:graphicFrameChg chg="del modGraphic">
          <ac:chgData name="Ayush Patel" userId="9fb7cb950adb30ef" providerId="LiveId" clId="{E5453155-70DF-48CB-80E9-A450C9EEE553}" dt="2026-02-12T18:31:22.175" v="415" actId="478"/>
          <ac:graphicFrameMkLst>
            <pc:docMk/>
            <pc:sldMk cId="941392126" sldId="336"/>
            <ac:graphicFrameMk id="4" creationId="{41BF420C-60AB-6C8C-F3CC-71D0816DEDDA}"/>
          </ac:graphicFrameMkLst>
        </pc:graphicFrameChg>
        <pc:graphicFrameChg chg="add mod modGraphic">
          <ac:chgData name="Ayush Patel" userId="9fb7cb950adb30ef" providerId="LiveId" clId="{E5453155-70DF-48CB-80E9-A450C9EEE553}" dt="2026-02-12T18:34:22.878" v="460" actId="123"/>
          <ac:graphicFrameMkLst>
            <pc:docMk/>
            <pc:sldMk cId="941392126" sldId="336"/>
            <ac:graphicFrameMk id="6" creationId="{81A01656-46EC-7782-7547-B031AD98D551}"/>
          </ac:graphicFrameMkLst>
        </pc:graphicFrameChg>
      </pc:sldChg>
      <pc:sldChg chg="delSp modSp add mod">
        <pc:chgData name="Ayush Patel" userId="9fb7cb950adb30ef" providerId="LiveId" clId="{E5453155-70DF-48CB-80E9-A450C9EEE553}" dt="2026-02-12T18:35:29.792" v="466"/>
        <pc:sldMkLst>
          <pc:docMk/>
          <pc:sldMk cId="1264658545" sldId="337"/>
        </pc:sldMkLst>
        <pc:spChg chg="mod">
          <ac:chgData name="Ayush Patel" userId="9fb7cb950adb30ef" providerId="LiveId" clId="{E5453155-70DF-48CB-80E9-A450C9EEE553}" dt="2026-02-12T18:35:29.792" v="466"/>
          <ac:spMkLst>
            <pc:docMk/>
            <pc:sldMk cId="1264658545" sldId="337"/>
            <ac:spMk id="5" creationId="{60B6C0DA-7181-0EC2-6684-82DD7A6F8FE8}"/>
          </ac:spMkLst>
        </pc:spChg>
        <pc:graphicFrameChg chg="del modGraphic">
          <ac:chgData name="Ayush Patel" userId="9fb7cb950adb30ef" providerId="LiveId" clId="{E5453155-70DF-48CB-80E9-A450C9EEE553}" dt="2026-02-12T18:35:06.268" v="463" actId="478"/>
          <ac:graphicFrameMkLst>
            <pc:docMk/>
            <pc:sldMk cId="1264658545" sldId="337"/>
            <ac:graphicFrameMk id="6" creationId="{ABC98B3E-12A5-119A-6FAF-27215DAAD5A7}"/>
          </ac:graphicFrameMkLst>
        </pc:graphicFrameChg>
      </pc:sldChg>
      <pc:sldChg chg="addSp modSp add mod">
        <pc:chgData name="Ayush Patel" userId="9fb7cb950adb30ef" providerId="LiveId" clId="{E5453155-70DF-48CB-80E9-A450C9EEE553}" dt="2026-02-12T18:37:35.910" v="486" actId="14100"/>
        <pc:sldMkLst>
          <pc:docMk/>
          <pc:sldMk cId="4133735232" sldId="338"/>
        </pc:sldMkLst>
        <pc:spChg chg="mod">
          <ac:chgData name="Ayush Patel" userId="9fb7cb950adb30ef" providerId="LiveId" clId="{E5453155-70DF-48CB-80E9-A450C9EEE553}" dt="2026-02-12T18:37:26.397" v="484" actId="255"/>
          <ac:spMkLst>
            <pc:docMk/>
            <pc:sldMk cId="4133735232" sldId="338"/>
            <ac:spMk id="5" creationId="{9C98C9E5-140B-DE6C-758F-5EFC797A5045}"/>
          </ac:spMkLst>
        </pc:spChg>
        <pc:picChg chg="add mod">
          <ac:chgData name="Ayush Patel" userId="9fb7cb950adb30ef" providerId="LiveId" clId="{E5453155-70DF-48CB-80E9-A450C9EEE553}" dt="2026-02-12T18:37:35.910" v="486" actId="14100"/>
          <ac:picMkLst>
            <pc:docMk/>
            <pc:sldMk cId="4133735232" sldId="338"/>
            <ac:picMk id="13314" creationId="{D605A506-C09D-4579-0C30-10D15BB408A1}"/>
          </ac:picMkLst>
        </pc:picChg>
      </pc:sldChg>
      <pc:sldChg chg="delSp modSp add mod">
        <pc:chgData name="Ayush Patel" userId="9fb7cb950adb30ef" providerId="LiveId" clId="{E5453155-70DF-48CB-80E9-A450C9EEE553}" dt="2026-02-12T18:38:00.646" v="493" actId="27636"/>
        <pc:sldMkLst>
          <pc:docMk/>
          <pc:sldMk cId="1087970999" sldId="339"/>
        </pc:sldMkLst>
        <pc:spChg chg="mod">
          <ac:chgData name="Ayush Patel" userId="9fb7cb950adb30ef" providerId="LiveId" clId="{E5453155-70DF-48CB-80E9-A450C9EEE553}" dt="2026-02-12T18:38:00.646" v="493" actId="27636"/>
          <ac:spMkLst>
            <pc:docMk/>
            <pc:sldMk cId="1087970999" sldId="339"/>
            <ac:spMk id="5" creationId="{21F146E8-8F1D-651B-7822-29799060AC0F}"/>
          </ac:spMkLst>
        </pc:spChg>
        <pc:picChg chg="del">
          <ac:chgData name="Ayush Patel" userId="9fb7cb950adb30ef" providerId="LiveId" clId="{E5453155-70DF-48CB-80E9-A450C9EEE553}" dt="2026-02-12T18:37:47.892" v="489" actId="478"/>
          <ac:picMkLst>
            <pc:docMk/>
            <pc:sldMk cId="1087970999" sldId="339"/>
            <ac:picMk id="13314" creationId="{42383FC1-BA87-1EC5-466D-49510610E299}"/>
          </ac:picMkLst>
        </pc:picChg>
      </pc:sldChg>
      <pc:sldChg chg="modSp add">
        <pc:chgData name="Ayush Patel" userId="9fb7cb950adb30ef" providerId="LiveId" clId="{E5453155-70DF-48CB-80E9-A450C9EEE553}" dt="2026-02-12T18:40:37.120" v="495"/>
        <pc:sldMkLst>
          <pc:docMk/>
          <pc:sldMk cId="1157123295" sldId="340"/>
        </pc:sldMkLst>
        <pc:spChg chg="mod">
          <ac:chgData name="Ayush Patel" userId="9fb7cb950adb30ef" providerId="LiveId" clId="{E5453155-70DF-48CB-80E9-A450C9EEE553}" dt="2026-02-12T18:40:37.120" v="495"/>
          <ac:spMkLst>
            <pc:docMk/>
            <pc:sldMk cId="1157123295" sldId="340"/>
            <ac:spMk id="2" creationId="{7D6DDE07-8547-6B9D-6FC8-83AF5B12B2F9}"/>
          </ac:spMkLst>
        </pc:spChg>
      </pc:sldChg>
      <pc:sldChg chg="addSp delSp modSp add mod">
        <pc:chgData name="Ayush Patel" userId="9fb7cb950adb30ef" providerId="LiveId" clId="{E5453155-70DF-48CB-80E9-A450C9EEE553}" dt="2026-02-12T18:44:38.806" v="539" actId="20577"/>
        <pc:sldMkLst>
          <pc:docMk/>
          <pc:sldMk cId="3571663479" sldId="341"/>
        </pc:sldMkLst>
        <pc:spChg chg="add mod">
          <ac:chgData name="Ayush Patel" userId="9fb7cb950adb30ef" providerId="LiveId" clId="{E5453155-70DF-48CB-80E9-A450C9EEE553}" dt="2026-02-12T18:40:58.329" v="499"/>
          <ac:spMkLst>
            <pc:docMk/>
            <pc:sldMk cId="3571663479" sldId="341"/>
            <ac:spMk id="4" creationId="{FBF1E63F-9DF9-67D5-BE53-5D435D589EE0}"/>
          </ac:spMkLst>
        </pc:spChg>
        <pc:spChg chg="add del mod">
          <ac:chgData name="Ayush Patel" userId="9fb7cb950adb30ef" providerId="LiveId" clId="{E5453155-70DF-48CB-80E9-A450C9EEE553}" dt="2026-02-12T18:43:12.828" v="523" actId="14100"/>
          <ac:spMkLst>
            <pc:docMk/>
            <pc:sldMk cId="3571663479" sldId="341"/>
            <ac:spMk id="5" creationId="{E6454F22-A0CA-C02E-E398-9A7A07F3C324}"/>
          </ac:spMkLst>
        </pc:spChg>
        <pc:spChg chg="add mod">
          <ac:chgData name="Ayush Patel" userId="9fb7cb950adb30ef" providerId="LiveId" clId="{E5453155-70DF-48CB-80E9-A450C9EEE553}" dt="2026-02-12T18:40:58.329" v="499"/>
          <ac:spMkLst>
            <pc:docMk/>
            <pc:sldMk cId="3571663479" sldId="341"/>
            <ac:spMk id="8" creationId="{8AE829F5-C010-1A60-BF66-29706116D905}"/>
          </ac:spMkLst>
        </pc:spChg>
        <pc:spChg chg="add mod">
          <ac:chgData name="Ayush Patel" userId="9fb7cb950adb30ef" providerId="LiveId" clId="{E5453155-70DF-48CB-80E9-A450C9EEE553}" dt="2026-02-12T18:40:58.329" v="499"/>
          <ac:spMkLst>
            <pc:docMk/>
            <pc:sldMk cId="3571663479" sldId="341"/>
            <ac:spMk id="9" creationId="{826F2C49-A2CE-82CF-5890-9E47037B0D0B}"/>
          </ac:spMkLst>
        </pc:spChg>
        <pc:spChg chg="add mod">
          <ac:chgData name="Ayush Patel" userId="9fb7cb950adb30ef" providerId="LiveId" clId="{E5453155-70DF-48CB-80E9-A450C9EEE553}" dt="2026-02-12T18:40:58.329" v="499"/>
          <ac:spMkLst>
            <pc:docMk/>
            <pc:sldMk cId="3571663479" sldId="341"/>
            <ac:spMk id="11" creationId="{EF596422-17DF-6138-D153-8BE2A1E50606}"/>
          </ac:spMkLst>
        </pc:spChg>
        <pc:spChg chg="add mod">
          <ac:chgData name="Ayush Patel" userId="9fb7cb950adb30ef" providerId="LiveId" clId="{E5453155-70DF-48CB-80E9-A450C9EEE553}" dt="2026-02-12T18:40:58.329" v="499"/>
          <ac:spMkLst>
            <pc:docMk/>
            <pc:sldMk cId="3571663479" sldId="341"/>
            <ac:spMk id="12" creationId="{D323BB01-7A7D-3543-AC97-731BF82F9F41}"/>
          </ac:spMkLst>
        </pc:spChg>
        <pc:spChg chg="add mod">
          <ac:chgData name="Ayush Patel" userId="9fb7cb950adb30ef" providerId="LiveId" clId="{E5453155-70DF-48CB-80E9-A450C9EEE553}" dt="2026-02-12T18:40:58.329" v="499"/>
          <ac:spMkLst>
            <pc:docMk/>
            <pc:sldMk cId="3571663479" sldId="341"/>
            <ac:spMk id="14" creationId="{CAAD8A2C-10BA-B179-6F93-F0C310D1421C}"/>
          </ac:spMkLst>
        </pc:spChg>
        <pc:spChg chg="add mod">
          <ac:chgData name="Ayush Patel" userId="9fb7cb950adb30ef" providerId="LiveId" clId="{E5453155-70DF-48CB-80E9-A450C9EEE553}" dt="2026-02-12T18:40:58.329" v="499"/>
          <ac:spMkLst>
            <pc:docMk/>
            <pc:sldMk cId="3571663479" sldId="341"/>
            <ac:spMk id="17" creationId="{0F3F6C4A-1577-9BE2-4644-825795B2A4DB}"/>
          </ac:spMkLst>
        </pc:spChg>
        <pc:spChg chg="add mod">
          <ac:chgData name="Ayush Patel" userId="9fb7cb950adb30ef" providerId="LiveId" clId="{E5453155-70DF-48CB-80E9-A450C9EEE553}" dt="2026-02-12T18:40:58.329" v="499"/>
          <ac:spMkLst>
            <pc:docMk/>
            <pc:sldMk cId="3571663479" sldId="341"/>
            <ac:spMk id="22" creationId="{4B4532A9-B099-B8C3-6BE4-9935C353903A}"/>
          </ac:spMkLst>
        </pc:spChg>
        <pc:spChg chg="add mod">
          <ac:chgData name="Ayush Patel" userId="9fb7cb950adb30ef" providerId="LiveId" clId="{E5453155-70DF-48CB-80E9-A450C9EEE553}" dt="2026-02-12T18:40:58.329" v="499"/>
          <ac:spMkLst>
            <pc:docMk/>
            <pc:sldMk cId="3571663479" sldId="341"/>
            <ac:spMk id="23" creationId="{DD050FDB-FDA4-7A84-26BA-D646CDD8BA0B}"/>
          </ac:spMkLst>
        </pc:spChg>
        <pc:spChg chg="mod">
          <ac:chgData name="Ayush Patel" userId="9fb7cb950adb30ef" providerId="LiveId" clId="{E5453155-70DF-48CB-80E9-A450C9EEE553}" dt="2026-02-12T18:41:05.959" v="502"/>
          <ac:spMkLst>
            <pc:docMk/>
            <pc:sldMk cId="3571663479" sldId="341"/>
            <ac:spMk id="25" creationId="{E13CB911-A894-EAC9-7FD2-07A90A38F781}"/>
          </ac:spMkLst>
        </pc:spChg>
        <pc:spChg chg="add mod">
          <ac:chgData name="Ayush Patel" userId="9fb7cb950adb30ef" providerId="LiveId" clId="{E5453155-70DF-48CB-80E9-A450C9EEE553}" dt="2026-02-12T18:41:04.529" v="501"/>
          <ac:spMkLst>
            <pc:docMk/>
            <pc:sldMk cId="3571663479" sldId="341"/>
            <ac:spMk id="27" creationId="{B9C9D9CA-BA5A-318F-5CD3-E7052693B0E5}"/>
          </ac:spMkLst>
        </pc:spChg>
        <pc:spChg chg="mod">
          <ac:chgData name="Ayush Patel" userId="9fb7cb950adb30ef" providerId="LiveId" clId="{E5453155-70DF-48CB-80E9-A450C9EEE553}" dt="2026-02-12T18:41:05.959" v="502"/>
          <ac:spMkLst>
            <pc:docMk/>
            <pc:sldMk cId="3571663479" sldId="341"/>
            <ac:spMk id="28" creationId="{A837AF11-FDE6-AA1D-B7A2-3AB894858C1F}"/>
          </ac:spMkLst>
        </pc:spChg>
        <pc:spChg chg="mod">
          <ac:chgData name="Ayush Patel" userId="9fb7cb950adb30ef" providerId="LiveId" clId="{E5453155-70DF-48CB-80E9-A450C9EEE553}" dt="2026-02-12T18:41:05.959" v="502"/>
          <ac:spMkLst>
            <pc:docMk/>
            <pc:sldMk cId="3571663479" sldId="341"/>
            <ac:spMk id="29" creationId="{8EC744D1-CC39-36AA-E688-C7CE664B402B}"/>
          </ac:spMkLst>
        </pc:spChg>
        <pc:spChg chg="add mod">
          <ac:chgData name="Ayush Patel" userId="9fb7cb950adb30ef" providerId="LiveId" clId="{E5453155-70DF-48CB-80E9-A450C9EEE553}" dt="2026-02-12T18:41:05.959" v="502"/>
          <ac:spMkLst>
            <pc:docMk/>
            <pc:sldMk cId="3571663479" sldId="341"/>
            <ac:spMk id="30" creationId="{C25719BB-131E-4451-9A78-D331194E6F3E}"/>
          </ac:spMkLst>
        </pc:spChg>
        <pc:spChg chg="add mod">
          <ac:chgData name="Ayush Patel" userId="9fb7cb950adb30ef" providerId="LiveId" clId="{E5453155-70DF-48CB-80E9-A450C9EEE553}" dt="2026-02-12T18:41:04.529" v="501"/>
          <ac:spMkLst>
            <pc:docMk/>
            <pc:sldMk cId="3571663479" sldId="341"/>
            <ac:spMk id="31" creationId="{FFF8C71D-A000-40EF-F0CB-5C6F75229807}"/>
          </ac:spMkLst>
        </pc:spChg>
        <pc:spChg chg="add mod">
          <ac:chgData name="Ayush Patel" userId="9fb7cb950adb30ef" providerId="LiveId" clId="{E5453155-70DF-48CB-80E9-A450C9EEE553}" dt="2026-02-12T18:41:05.959" v="502"/>
          <ac:spMkLst>
            <pc:docMk/>
            <pc:sldMk cId="3571663479" sldId="341"/>
            <ac:spMk id="32" creationId="{9E0170AB-7E5F-E632-C344-E99CB0728733}"/>
          </ac:spMkLst>
        </pc:spChg>
        <pc:spChg chg="add mod">
          <ac:chgData name="Ayush Patel" userId="9fb7cb950adb30ef" providerId="LiveId" clId="{E5453155-70DF-48CB-80E9-A450C9EEE553}" dt="2026-02-12T18:41:04.529" v="501"/>
          <ac:spMkLst>
            <pc:docMk/>
            <pc:sldMk cId="3571663479" sldId="341"/>
            <ac:spMk id="33" creationId="{6E63FAB9-1C8C-07E8-67C8-F0910D97453B}"/>
          </ac:spMkLst>
        </pc:spChg>
        <pc:spChg chg="mod">
          <ac:chgData name="Ayush Patel" userId="9fb7cb950adb30ef" providerId="LiveId" clId="{E5453155-70DF-48CB-80E9-A450C9EEE553}" dt="2026-02-12T18:41:05.959" v="502"/>
          <ac:spMkLst>
            <pc:docMk/>
            <pc:sldMk cId="3571663479" sldId="341"/>
            <ac:spMk id="34" creationId="{CEC4B443-F855-4063-8A19-E73EFDA4FCBA}"/>
          </ac:spMkLst>
        </pc:spChg>
        <pc:spChg chg="add mod">
          <ac:chgData name="Ayush Patel" userId="9fb7cb950adb30ef" providerId="LiveId" clId="{E5453155-70DF-48CB-80E9-A450C9EEE553}" dt="2026-02-12T18:41:05.959" v="502"/>
          <ac:spMkLst>
            <pc:docMk/>
            <pc:sldMk cId="3571663479" sldId="341"/>
            <ac:spMk id="35" creationId="{3C0C9DFF-D102-C1E1-EBF3-4274F43DE98E}"/>
          </ac:spMkLst>
        </pc:spChg>
        <pc:spChg chg="mod">
          <ac:chgData name="Ayush Patel" userId="9fb7cb950adb30ef" providerId="LiveId" clId="{E5453155-70DF-48CB-80E9-A450C9EEE553}" dt="2026-02-12T18:41:05.959" v="502"/>
          <ac:spMkLst>
            <pc:docMk/>
            <pc:sldMk cId="3571663479" sldId="341"/>
            <ac:spMk id="36" creationId="{E88F03DA-1150-E048-5B64-4FAF8DB9FDE3}"/>
          </ac:spMkLst>
        </pc:spChg>
        <pc:spChg chg="add mod">
          <ac:chgData name="Ayush Patel" userId="9fb7cb950adb30ef" providerId="LiveId" clId="{E5453155-70DF-48CB-80E9-A450C9EEE553}" dt="2026-02-12T18:41:05.959" v="502"/>
          <ac:spMkLst>
            <pc:docMk/>
            <pc:sldMk cId="3571663479" sldId="341"/>
            <ac:spMk id="38" creationId="{66DA202F-B81F-A216-53B8-C7BE25448A5F}"/>
          </ac:spMkLst>
        </pc:spChg>
        <pc:spChg chg="mod">
          <ac:chgData name="Ayush Patel" userId="9fb7cb950adb30ef" providerId="LiveId" clId="{E5453155-70DF-48CB-80E9-A450C9EEE553}" dt="2026-02-12T18:41:05.959" v="502"/>
          <ac:spMkLst>
            <pc:docMk/>
            <pc:sldMk cId="3571663479" sldId="341"/>
            <ac:spMk id="40" creationId="{1883A54B-1232-7DAD-2BCE-E1EB61E68EF0}"/>
          </ac:spMkLst>
        </pc:spChg>
        <pc:spChg chg="add mod">
          <ac:chgData name="Ayush Patel" userId="9fb7cb950adb30ef" providerId="LiveId" clId="{E5453155-70DF-48CB-80E9-A450C9EEE553}" dt="2026-02-12T18:41:04.529" v="501"/>
          <ac:spMkLst>
            <pc:docMk/>
            <pc:sldMk cId="3571663479" sldId="341"/>
            <ac:spMk id="42" creationId="{2551432E-4947-0C19-0A42-C8C0534270D4}"/>
          </ac:spMkLst>
        </pc:spChg>
        <pc:spChg chg="add mod">
          <ac:chgData name="Ayush Patel" userId="9fb7cb950adb30ef" providerId="LiveId" clId="{E5453155-70DF-48CB-80E9-A450C9EEE553}" dt="2026-02-12T18:41:04.529" v="501"/>
          <ac:spMkLst>
            <pc:docMk/>
            <pc:sldMk cId="3571663479" sldId="341"/>
            <ac:spMk id="43" creationId="{0CD6A916-C847-8658-1383-24FD2CA6F471}"/>
          </ac:spMkLst>
        </pc:spChg>
        <pc:graphicFrameChg chg="add mod modGraphic">
          <ac:chgData name="Ayush Patel" userId="9fb7cb950adb30ef" providerId="LiveId" clId="{E5453155-70DF-48CB-80E9-A450C9EEE553}" dt="2026-02-12T18:44:38.806" v="539" actId="20577"/>
          <ac:graphicFrameMkLst>
            <pc:docMk/>
            <pc:sldMk cId="3571663479" sldId="341"/>
            <ac:graphicFrameMk id="44" creationId="{5E6FF771-77DB-07EF-E24A-EE22A2B3338E}"/>
          </ac:graphicFrameMkLst>
        </pc:graphicFrameChg>
      </pc:sldChg>
      <pc:sldChg chg="addSp delSp modSp add mod">
        <pc:chgData name="Ayush Patel" userId="9fb7cb950adb30ef" providerId="LiveId" clId="{E5453155-70DF-48CB-80E9-A450C9EEE553}" dt="2026-02-12T18:48:34.311" v="578" actId="14100"/>
        <pc:sldMkLst>
          <pc:docMk/>
          <pc:sldMk cId="1267966069" sldId="342"/>
        </pc:sldMkLst>
        <pc:spChg chg="add del mod">
          <ac:chgData name="Ayush Patel" userId="9fb7cb950adb30ef" providerId="LiveId" clId="{E5453155-70DF-48CB-80E9-A450C9EEE553}" dt="2026-02-12T18:46:56.209" v="558"/>
          <ac:spMkLst>
            <pc:docMk/>
            <pc:sldMk cId="1267966069" sldId="342"/>
            <ac:spMk id="4" creationId="{D8A7F971-167A-DFCA-D56F-FFD8D305E81C}"/>
          </ac:spMkLst>
        </pc:spChg>
        <pc:spChg chg="del">
          <ac:chgData name="Ayush Patel" userId="9fb7cb950adb30ef" providerId="LiveId" clId="{E5453155-70DF-48CB-80E9-A450C9EEE553}" dt="2026-02-12T18:45:01.095" v="541" actId="478"/>
          <ac:spMkLst>
            <pc:docMk/>
            <pc:sldMk cId="1267966069" sldId="342"/>
            <ac:spMk id="5" creationId="{51C32BD7-25B1-0634-B044-A1B1A21A7BED}"/>
          </ac:spMkLst>
        </pc:spChg>
        <pc:spChg chg="add del mod">
          <ac:chgData name="Ayush Patel" userId="9fb7cb950adb30ef" providerId="LiveId" clId="{E5453155-70DF-48CB-80E9-A450C9EEE553}" dt="2026-02-12T18:48:28.172" v="577" actId="20577"/>
          <ac:spMkLst>
            <pc:docMk/>
            <pc:sldMk cId="1267966069" sldId="342"/>
            <ac:spMk id="7" creationId="{43BF4950-7487-C9A6-4B5B-FE6FC9FEAA65}"/>
          </ac:spMkLst>
        </pc:spChg>
        <pc:spChg chg="add del mod">
          <ac:chgData name="Ayush Patel" userId="9fb7cb950adb30ef" providerId="LiveId" clId="{E5453155-70DF-48CB-80E9-A450C9EEE553}" dt="2026-02-12T18:47:11.673" v="562" actId="478"/>
          <ac:spMkLst>
            <pc:docMk/>
            <pc:sldMk cId="1267966069" sldId="342"/>
            <ac:spMk id="8" creationId="{5C70E720-75CA-F815-A8E4-1DEBC70C1BD7}"/>
          </ac:spMkLst>
        </pc:spChg>
        <pc:spChg chg="add mod">
          <ac:chgData name="Ayush Patel" userId="9fb7cb950adb30ef" providerId="LiveId" clId="{E5453155-70DF-48CB-80E9-A450C9EEE553}" dt="2026-02-12T18:47:06.138" v="560" actId="478"/>
          <ac:spMkLst>
            <pc:docMk/>
            <pc:sldMk cId="1267966069" sldId="342"/>
            <ac:spMk id="9" creationId="{1CDF08E7-8C8A-7904-C6C3-00BD904A48CC}"/>
          </ac:spMkLst>
        </pc:spChg>
        <pc:graphicFrameChg chg="add del mod modGraphic">
          <ac:chgData name="Ayush Patel" userId="9fb7cb950adb30ef" providerId="LiveId" clId="{E5453155-70DF-48CB-80E9-A450C9EEE553}" dt="2026-02-12T18:48:34.311" v="578" actId="14100"/>
          <ac:graphicFrameMkLst>
            <pc:docMk/>
            <pc:sldMk cId="1267966069" sldId="342"/>
            <ac:graphicFrameMk id="6" creationId="{754A5881-405B-66AC-76F3-192B058CD0DA}"/>
          </ac:graphicFrameMkLst>
        </pc:graphicFrameChg>
        <pc:graphicFrameChg chg="del mod modGraphic">
          <ac:chgData name="Ayush Patel" userId="9fb7cb950adb30ef" providerId="LiveId" clId="{E5453155-70DF-48CB-80E9-A450C9EEE553}" dt="2026-02-12T18:46:31.560" v="556" actId="478"/>
          <ac:graphicFrameMkLst>
            <pc:docMk/>
            <pc:sldMk cId="1267966069" sldId="342"/>
            <ac:graphicFrameMk id="44" creationId="{8F0D6FB1-9A70-0297-581A-13616B5874F8}"/>
          </ac:graphicFrameMkLst>
        </pc:graphicFrameChg>
      </pc:sldChg>
      <pc:sldChg chg="addSp delSp modSp add mod">
        <pc:chgData name="Ayush Patel" userId="9fb7cb950adb30ef" providerId="LiveId" clId="{E5453155-70DF-48CB-80E9-A450C9EEE553}" dt="2026-02-12T18:52:56.819" v="621" actId="20577"/>
        <pc:sldMkLst>
          <pc:docMk/>
          <pc:sldMk cId="1272247522" sldId="343"/>
        </pc:sldMkLst>
        <pc:spChg chg="add del mod">
          <ac:chgData name="Ayush Patel" userId="9fb7cb950adb30ef" providerId="LiveId" clId="{E5453155-70DF-48CB-80E9-A450C9EEE553}" dt="2026-02-12T18:50:06.340" v="594" actId="478"/>
          <ac:spMkLst>
            <pc:docMk/>
            <pc:sldMk cId="1272247522" sldId="343"/>
            <ac:spMk id="4" creationId="{0CD7447F-9354-4FB2-4501-4B392DBA7360}"/>
          </ac:spMkLst>
        </pc:spChg>
        <pc:spChg chg="add mod">
          <ac:chgData name="Ayush Patel" userId="9fb7cb950adb30ef" providerId="LiveId" clId="{E5453155-70DF-48CB-80E9-A450C9EEE553}" dt="2026-02-12T18:49:14.264" v="584"/>
          <ac:spMkLst>
            <pc:docMk/>
            <pc:sldMk cId="1272247522" sldId="343"/>
            <ac:spMk id="5" creationId="{E525B665-1943-DB84-1563-0AD2DDB34DA6}"/>
          </ac:spMkLst>
        </pc:spChg>
        <pc:spChg chg="del mod">
          <ac:chgData name="Ayush Patel" userId="9fb7cb950adb30ef" providerId="LiveId" clId="{E5453155-70DF-48CB-80E9-A450C9EEE553}" dt="2026-02-12T18:49:01.090" v="582"/>
          <ac:spMkLst>
            <pc:docMk/>
            <pc:sldMk cId="1272247522" sldId="343"/>
            <ac:spMk id="7" creationId="{E87D1FF1-8B73-4655-8578-5954A829B69E}"/>
          </ac:spMkLst>
        </pc:spChg>
        <pc:spChg chg="add mod">
          <ac:chgData name="Ayush Patel" userId="9fb7cb950adb30ef" providerId="LiveId" clId="{E5453155-70DF-48CB-80E9-A450C9EEE553}" dt="2026-02-12T18:49:28.067" v="587" actId="1076"/>
          <ac:spMkLst>
            <pc:docMk/>
            <pc:sldMk cId="1272247522" sldId="343"/>
            <ac:spMk id="8" creationId="{D181AA7D-4E9B-BF4D-FCB7-3F61FA7E244F}"/>
          </ac:spMkLst>
        </pc:spChg>
        <pc:spChg chg="add del mod">
          <ac:chgData name="Ayush Patel" userId="9fb7cb950adb30ef" providerId="LiveId" clId="{E5453155-70DF-48CB-80E9-A450C9EEE553}" dt="2026-02-12T18:51:23.192" v="607" actId="22"/>
          <ac:spMkLst>
            <pc:docMk/>
            <pc:sldMk cId="1272247522" sldId="343"/>
            <ac:spMk id="11" creationId="{095F1437-0845-D282-D3E5-3684DD037E15}"/>
          </ac:spMkLst>
        </pc:spChg>
        <pc:graphicFrameChg chg="del">
          <ac:chgData name="Ayush Patel" userId="9fb7cb950adb30ef" providerId="LiveId" clId="{E5453155-70DF-48CB-80E9-A450C9EEE553}" dt="2026-02-12T18:49:07.654" v="583" actId="478"/>
          <ac:graphicFrameMkLst>
            <pc:docMk/>
            <pc:sldMk cId="1272247522" sldId="343"/>
            <ac:graphicFrameMk id="6" creationId="{7BA97E80-521D-4DEA-5790-B5B7993619A7}"/>
          </ac:graphicFrameMkLst>
        </pc:graphicFrameChg>
        <pc:graphicFrameChg chg="add mod modGraphic">
          <ac:chgData name="Ayush Patel" userId="9fb7cb950adb30ef" providerId="LiveId" clId="{E5453155-70DF-48CB-80E9-A450C9EEE553}" dt="2026-02-12T18:51:55.084" v="614" actId="20577"/>
          <ac:graphicFrameMkLst>
            <pc:docMk/>
            <pc:sldMk cId="1272247522" sldId="343"/>
            <ac:graphicFrameMk id="9" creationId="{B180156F-B3E7-2E04-F292-232F8A082208}"/>
          </ac:graphicFrameMkLst>
        </pc:graphicFrameChg>
        <pc:graphicFrameChg chg="add">
          <ac:chgData name="Ayush Patel" userId="9fb7cb950adb30ef" providerId="LiveId" clId="{E5453155-70DF-48CB-80E9-A450C9EEE553}" dt="2026-02-12T18:52:02.785" v="615" actId="3680"/>
          <ac:graphicFrameMkLst>
            <pc:docMk/>
            <pc:sldMk cId="1272247522" sldId="343"/>
            <ac:graphicFrameMk id="12" creationId="{01CD9E17-257D-5F32-B691-6F96EE64781C}"/>
          </ac:graphicFrameMkLst>
        </pc:graphicFrameChg>
        <pc:graphicFrameChg chg="add mod modGraphic">
          <ac:chgData name="Ayush Patel" userId="9fb7cb950adb30ef" providerId="LiveId" clId="{E5453155-70DF-48CB-80E9-A450C9EEE553}" dt="2026-02-12T18:52:56.819" v="621" actId="20577"/>
          <ac:graphicFrameMkLst>
            <pc:docMk/>
            <pc:sldMk cId="1272247522" sldId="343"/>
            <ac:graphicFrameMk id="13" creationId="{E294630B-207B-85A4-D4D0-0964233DECC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F07B1-FBAF-2465-D362-12BDFA0F1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A9AD8-E725-E4A4-6D17-588382BF07A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05DC855-AF20-7251-7A7D-F02889714AE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08257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3D4E-1F77-591A-C1C8-B6E6E3272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C527E-B7DE-F8D3-3F79-AAC328D850C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EAEFC64-1B39-A20D-F46F-54254B849DA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51630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9D81B-727E-EB71-DEB7-50FF69177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B18C-3F87-519E-200B-B4A37188EE7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C06CBA2-52C1-A556-3FCA-384D6912A57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40617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C707B-BFD0-8038-5557-D57DED92B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E2559-17E5-D5BB-7B48-D7AD42BDEE8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A18188C-851E-C68B-918F-B50D4819A2E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88519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A45FB-8F93-E8B6-892C-715C31FB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8DC14-C88C-E183-EEBF-D7C896F08B6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18E0A25-8957-7C4F-DD6C-0A0326F2969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78940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7F4E0-17BA-FD8B-8691-BD14E9DF3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17A6F-1E79-6862-4077-8DE565C2B9B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C53C6EA-2BF5-AE04-0511-7CFAA0B088E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192637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CFC2A-D6C1-2FAB-2644-6ED324A80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5CF37-EE11-2CDD-AEB4-D51CB2E05BF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B0FD9B6-4D0B-5EDC-DAE3-2106298A4D42}"/>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45906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82234-84D3-A4A0-B6D4-53D5DAE9A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E58E6-AA55-D88A-CE72-D0187869CAC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216E9AF-7DBC-C5CF-1B53-7157FABAE5C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94855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AF3CC-0641-405B-5FF4-42ADA8B1F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DEAB8-44F7-95F7-1DF2-2F4BE8E2AAD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DC462A0-2D57-61CC-0301-5769DA1E2B9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712113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html/html-images/" TargetMode="External"/><Relationship Id="rId2" Type="http://schemas.openxmlformats.org/officeDocument/2006/relationships/hyperlink" Target="https://www.geeksforgeeks.org/computer-networks/web-pages/" TargetMode="External"/><Relationship Id="rId1" Type="http://schemas.openxmlformats.org/officeDocument/2006/relationships/slideLayout" Target="../slideLayouts/slideLayout7.xml"/><Relationship Id="rId5" Type="http://schemas.openxmlformats.org/officeDocument/2006/relationships/hyperlink" Target="https://www.geeksforgeeks.org/html/html-introduction/" TargetMode="External"/><Relationship Id="rId4" Type="http://schemas.openxmlformats.org/officeDocument/2006/relationships/hyperlink" Target="https://www.geeksforgeeks.org/html/html-links/"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html/html-body-tag/" TargetMode="External"/><Relationship Id="rId2" Type="http://schemas.openxmlformats.org/officeDocument/2006/relationships/hyperlink" Target="https://www.geeksforgeeks.org/html/html-head-tag/"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html/html-b-tag/" TargetMode="External"/><Relationship Id="rId2" Type="http://schemas.openxmlformats.org/officeDocument/2006/relationships/hyperlink" Target="https://www.geeksforgeeks.org/html/html-heading/" TargetMode="Externa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8" Type="http://schemas.openxmlformats.org/officeDocument/2006/relationships/hyperlink" Target="https://www.geeksforgeeks.org/html/html-ol-type-attribute/" TargetMode="External"/><Relationship Id="rId3" Type="http://schemas.openxmlformats.org/officeDocument/2006/relationships/hyperlink" Target="https://www.geeksforgeeks.org/html/html-paragraph/" TargetMode="External"/><Relationship Id="rId7" Type="http://schemas.openxmlformats.org/officeDocument/2006/relationships/hyperlink" Target="https://www.geeksforgeeks.org/html/html-ul-tag/" TargetMode="External"/><Relationship Id="rId2" Type="http://schemas.openxmlformats.org/officeDocument/2006/relationships/hyperlink" Target="https://www.geeksforgeeks.org/html/html-body-tag/" TargetMode="External"/><Relationship Id="rId1" Type="http://schemas.openxmlformats.org/officeDocument/2006/relationships/slideLayout" Target="../slideLayouts/slideLayout7.xml"/><Relationship Id="rId6" Type="http://schemas.openxmlformats.org/officeDocument/2006/relationships/hyperlink" Target="https://www.geeksforgeeks.org/html/html-a-href-attribute/" TargetMode="External"/><Relationship Id="rId5" Type="http://schemas.openxmlformats.org/officeDocument/2006/relationships/hyperlink" Target="https://www.geeksforgeeks.org/html/html-a-tag/" TargetMode="External"/><Relationship Id="rId10" Type="http://schemas.openxmlformats.org/officeDocument/2006/relationships/hyperlink" Target="https://www.geeksforgeeks.org/html/div-tag-html/" TargetMode="External"/><Relationship Id="rId4" Type="http://schemas.openxmlformats.org/officeDocument/2006/relationships/hyperlink" Target="https://www.geeksforgeeks.org/html/html-img-tag/" TargetMode="External"/><Relationship Id="rId9" Type="http://schemas.openxmlformats.org/officeDocument/2006/relationships/hyperlink" Target="https://www.geeksforgeeks.org/html/html-li-tag/"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hyperlink" Target="https://www.geeksforgeeks.org/html/html-onload-event-attribute/" TargetMode="External"/><Relationship Id="rId3" Type="http://schemas.openxmlformats.org/officeDocument/2006/relationships/hyperlink" Target="https://www.geeksforgeeks.org/html/html-onmouseover-event-attribute/" TargetMode="External"/><Relationship Id="rId7" Type="http://schemas.openxmlformats.org/officeDocument/2006/relationships/hyperlink" Target="https://www.geeksforgeeks.org/html/html-onchange-event-attribute/" TargetMode="External"/><Relationship Id="rId2" Type="http://schemas.openxmlformats.org/officeDocument/2006/relationships/hyperlink" Target="https://www.geeksforgeeks.org/html/html-dom-onclick-event/" TargetMode="External"/><Relationship Id="rId1" Type="http://schemas.openxmlformats.org/officeDocument/2006/relationships/slideLayout" Target="../slideLayouts/slideLayout7.xml"/><Relationship Id="rId6" Type="http://schemas.openxmlformats.org/officeDocument/2006/relationships/hyperlink" Target="https://www.geeksforgeeks.org/html/html-dom-onkeyup-event/" TargetMode="External"/><Relationship Id="rId11" Type="http://schemas.openxmlformats.org/officeDocument/2006/relationships/hyperlink" Target="https://www.geeksforgeeks.org/html/html-onblur-attribute/" TargetMode="External"/><Relationship Id="rId5" Type="http://schemas.openxmlformats.org/officeDocument/2006/relationships/hyperlink" Target="https://www.geeksforgeeks.org/html/html-dom-onkeydown-event/" TargetMode="External"/><Relationship Id="rId10" Type="http://schemas.openxmlformats.org/officeDocument/2006/relationships/hyperlink" Target="https://www.geeksforgeeks.org/html/html-dom-onfocus-event/" TargetMode="External"/><Relationship Id="rId4" Type="http://schemas.openxmlformats.org/officeDocument/2006/relationships/hyperlink" Target="https://www.geeksforgeeks.org/html/html-onmouseout-event-attribute/" TargetMode="External"/><Relationship Id="rId9" Type="http://schemas.openxmlformats.org/officeDocument/2006/relationships/hyperlink" Target="https://www.geeksforgeeks.org/html/html-dom-onsubmit-event/"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89" y="343883"/>
            <a:ext cx="6392421" cy="3831221"/>
          </a:xfrm>
        </p:spPr>
        <p:txBody>
          <a:bodyPr anchor="ctr"/>
          <a:lstStyle/>
          <a:p>
            <a:r>
              <a:rPr lang="en-US" dirty="0"/>
              <a:t>UNIT – 1</a:t>
            </a:r>
            <a:br>
              <a:rPr lang="en-US" dirty="0"/>
            </a:br>
            <a:br>
              <a:rPr lang="en-US" sz="1050" dirty="0"/>
            </a:br>
            <a:r>
              <a:rPr lang="en-US" dirty="0"/>
              <a:t>Introduction to Web</a:t>
            </a:r>
          </a:p>
        </p:txBody>
      </p:sp>
      <p:sp>
        <p:nvSpPr>
          <p:cNvPr id="3" name="TextBox 2">
            <a:extLst>
              <a:ext uri="{FF2B5EF4-FFF2-40B4-BE49-F238E27FC236}">
                <a16:creationId xmlns:a16="http://schemas.microsoft.com/office/drawing/2014/main" id="{E1A11FC7-170C-67F7-9410-826F08821174}"/>
              </a:ext>
            </a:extLst>
          </p:cNvPr>
          <p:cNvSpPr txBox="1"/>
          <p:nvPr/>
        </p:nvSpPr>
        <p:spPr>
          <a:xfrm>
            <a:off x="4000297" y="6163090"/>
            <a:ext cx="4781694" cy="369332"/>
          </a:xfrm>
          <a:prstGeom prst="rect">
            <a:avLst/>
          </a:prstGeom>
          <a:noFill/>
        </p:spPr>
        <p:txBody>
          <a:bodyPr wrap="none" rtlCol="0">
            <a:spAutoFit/>
          </a:bodyPr>
          <a:lstStyle/>
          <a:p>
            <a:r>
              <a:rPr lang="en-US" dirty="0">
                <a:solidFill>
                  <a:schemeClr val="bg1"/>
                </a:solidFill>
              </a:rPr>
              <a:t>PRESENTED BY : PROF.HIMANI KHODIFAD</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9666-51A8-4143-734E-682E7173E38F}"/>
              </a:ext>
            </a:extLst>
          </p:cNvPr>
          <p:cNvSpPr>
            <a:spLocks noGrp="1"/>
          </p:cNvSpPr>
          <p:nvPr>
            <p:ph type="title"/>
          </p:nvPr>
        </p:nvSpPr>
        <p:spPr>
          <a:xfrm>
            <a:off x="914400" y="1057275"/>
            <a:ext cx="6583680" cy="597790"/>
          </a:xfrm>
        </p:spPr>
        <p:txBody>
          <a:bodyPr/>
          <a:lstStyle/>
          <a:p>
            <a:r>
              <a:rPr lang="en-US" dirty="0"/>
              <a:t>Introduction to Web</a:t>
            </a:r>
          </a:p>
        </p:txBody>
      </p:sp>
      <p:sp>
        <p:nvSpPr>
          <p:cNvPr id="3" name="Content Placeholder 2">
            <a:extLst>
              <a:ext uri="{FF2B5EF4-FFF2-40B4-BE49-F238E27FC236}">
                <a16:creationId xmlns:a16="http://schemas.microsoft.com/office/drawing/2014/main" id="{5451EE73-2F30-DF00-FAA0-FA2F9F73B2E5}"/>
              </a:ext>
            </a:extLst>
          </p:cNvPr>
          <p:cNvSpPr>
            <a:spLocks noGrp="1"/>
          </p:cNvSpPr>
          <p:nvPr>
            <p:ph idx="1"/>
          </p:nvPr>
        </p:nvSpPr>
        <p:spPr>
          <a:xfrm>
            <a:off x="914400" y="1773936"/>
            <a:ext cx="6583680" cy="4268048"/>
          </a:xfrm>
        </p:spPr>
        <p:txBody>
          <a:bodyPr>
            <a:normAutofit/>
          </a:bodyPr>
          <a:lstStyle/>
          <a:p>
            <a:pPr marL="285750" indent="-285750" algn="just">
              <a:buFont typeface="Arial" panose="020B0604020202020204" pitchFamily="34" charset="0"/>
              <a:buChar char="•"/>
            </a:pPr>
            <a:r>
              <a:rPr lang="en-US" sz="1800" dirty="0"/>
              <a:t>The World Wide Web (WWW or Web) is a decentralized information system of interlinked, multimedia documents and resources (text, images, video) accessed via the Internet using URLs and HTTP. </a:t>
            </a:r>
          </a:p>
          <a:p>
            <a:pPr marL="285750" indent="-285750" algn="just">
              <a:buFont typeface="Arial" panose="020B0604020202020204" pitchFamily="34" charset="0"/>
              <a:buChar char="•"/>
            </a:pPr>
            <a:r>
              <a:rPr lang="en-US" sz="1800" dirty="0"/>
              <a:t>Invented by Tim Berners-Lee in 1989/1990 at CERN, it functions through a client-server model, where web browsers (clients) request content from web servers. </a:t>
            </a:r>
          </a:p>
          <a:p>
            <a:pPr algn="just"/>
            <a:endParaRPr lang="en-US" sz="1800" dirty="0"/>
          </a:p>
        </p:txBody>
      </p:sp>
      <p:sp>
        <p:nvSpPr>
          <p:cNvPr id="4" name="Slide Number Placeholder 3">
            <a:extLst>
              <a:ext uri="{FF2B5EF4-FFF2-40B4-BE49-F238E27FC236}">
                <a16:creationId xmlns:a16="http://schemas.microsoft.com/office/drawing/2014/main" id="{D3AB8BE9-BC53-4282-30EE-6CAF541D349F}"/>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2030911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399" y="685228"/>
            <a:ext cx="9444037" cy="744094"/>
          </a:xfrm>
        </p:spPr>
        <p:txBody>
          <a:bodyPr/>
          <a:lstStyle/>
          <a:p>
            <a:r>
              <a:rPr lang="en-US" dirty="0"/>
              <a:t>Key Components and Concepts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399" y="1684783"/>
            <a:ext cx="11036808" cy="3984584"/>
          </a:xfrm>
        </p:spPr>
        <p:txBody>
          <a:bodyPr>
            <a:noAutofit/>
          </a:bodyPr>
          <a:lstStyle/>
          <a:p>
            <a:pPr marL="342900" indent="-342900" algn="just">
              <a:buFont typeface="Arial" panose="020B0604020202020204" pitchFamily="34" charset="0"/>
              <a:buChar char="•"/>
            </a:pPr>
            <a:r>
              <a:rPr lang="en-US" sz="1800" dirty="0"/>
              <a:t>The Web vs. The Internet: The Internet is the underlying physical network of computers. The Web is an application that runs on top of the internet, allowing users to browse linked pages.</a:t>
            </a:r>
          </a:p>
          <a:p>
            <a:pPr marL="342900" indent="-342900" algn="just">
              <a:buFont typeface="Arial" panose="020B0604020202020204" pitchFamily="34" charset="0"/>
              <a:buChar char="•"/>
            </a:pPr>
            <a:r>
              <a:rPr lang="en-US" sz="1800" dirty="0"/>
              <a:t>HTTP (</a:t>
            </a:r>
            <a:r>
              <a:rPr lang="en-US" sz="1800" dirty="0" err="1"/>
              <a:t>HyperText</a:t>
            </a:r>
            <a:r>
              <a:rPr lang="en-US" sz="1800" dirty="0"/>
              <a:t> Transfer Protocol): The set of rules used to transfer data between web browsers and servers.</a:t>
            </a:r>
          </a:p>
          <a:p>
            <a:pPr marL="342900" indent="-342900" algn="just">
              <a:buFont typeface="Arial" panose="020B0604020202020204" pitchFamily="34" charset="0"/>
              <a:buChar char="•"/>
            </a:pPr>
            <a:r>
              <a:rPr lang="en-US" sz="1800" dirty="0"/>
              <a:t>URL (Uniform Resource Locator): The unique address used to find any specific resource on the web (e.g., https://www.example.com).</a:t>
            </a:r>
          </a:p>
          <a:p>
            <a:pPr marL="342900" indent="-342900" algn="just">
              <a:buFont typeface="Arial" panose="020B0604020202020204" pitchFamily="34" charset="0"/>
              <a:buChar char="•"/>
            </a:pPr>
            <a:r>
              <a:rPr lang="en-US" sz="1800" dirty="0"/>
              <a:t>HTML (</a:t>
            </a:r>
            <a:r>
              <a:rPr lang="en-US" sz="1800" dirty="0" err="1"/>
              <a:t>HyperText</a:t>
            </a:r>
            <a:r>
              <a:rPr lang="en-US" sz="1800" dirty="0"/>
              <a:t> Markup Language): The standard language used to create and structure web page content.</a:t>
            </a:r>
          </a:p>
          <a:p>
            <a:pPr marL="342900" indent="-342900" algn="just">
              <a:buFont typeface="Arial" panose="020B0604020202020204" pitchFamily="34" charset="0"/>
              <a:buChar char="•"/>
            </a:pPr>
            <a:r>
              <a:rPr lang="en-US" sz="1800" dirty="0"/>
              <a:t>CSS (Cascading Style Sheets): Used for styling, layout, and visual  presentation of HTML elements.</a:t>
            </a:r>
          </a:p>
          <a:p>
            <a:pPr marL="342900" indent="-342900" algn="just">
              <a:buFont typeface="Arial" panose="020B0604020202020204" pitchFamily="34" charset="0"/>
              <a:buChar char="•"/>
            </a:pPr>
            <a:r>
              <a:rPr lang="en-US" sz="1800" dirty="0"/>
              <a:t>JavaScript: A programming language that enables interactive,                      dynamic, and complex behaviors on web pages.</a:t>
            </a:r>
          </a:p>
          <a:p>
            <a:pPr marL="342900" indent="-342900" algn="just">
              <a:buFont typeface="Arial" panose="020B0604020202020204" pitchFamily="34" charset="0"/>
              <a:buChar char="•"/>
            </a:pPr>
            <a:r>
              <a:rPr lang="en-US" sz="1800" dirty="0"/>
              <a:t>Web Browser: Software applications (e.g., Chrome, Firefox, Safari) used to navigate, view, and interact with websites.</a:t>
            </a:r>
          </a:p>
          <a:p>
            <a:pPr marL="342900" indent="-342900" algn="just">
              <a:buFont typeface="Arial" panose="020B0604020202020204" pitchFamily="34" charset="0"/>
              <a:buChar char="•"/>
            </a:pPr>
            <a:r>
              <a:rPr lang="en-US" sz="1800" dirty="0"/>
              <a:t>Web Server: Computers that store website files and send them to users' browsers upon request. </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80C5-1F15-3961-BCA4-7ED7F4A2A362}"/>
              </a:ext>
            </a:extLst>
          </p:cNvPr>
          <p:cNvSpPr>
            <a:spLocks noGrp="1"/>
          </p:cNvSpPr>
          <p:nvPr>
            <p:ph type="title"/>
          </p:nvPr>
        </p:nvSpPr>
        <p:spPr>
          <a:xfrm>
            <a:off x="914400" y="816016"/>
            <a:ext cx="6583680" cy="716662"/>
          </a:xfrm>
        </p:spPr>
        <p:txBody>
          <a:bodyPr/>
          <a:lstStyle/>
          <a:p>
            <a:r>
              <a:rPr lang="en-US" dirty="0"/>
              <a:t>Server - Client</a:t>
            </a:r>
          </a:p>
        </p:txBody>
      </p:sp>
      <p:sp>
        <p:nvSpPr>
          <p:cNvPr id="3" name="Content Placeholder 2">
            <a:extLst>
              <a:ext uri="{FF2B5EF4-FFF2-40B4-BE49-F238E27FC236}">
                <a16:creationId xmlns:a16="http://schemas.microsoft.com/office/drawing/2014/main" id="{5FD0FAC6-F61D-1CD2-1716-A7C58DC7124F}"/>
              </a:ext>
            </a:extLst>
          </p:cNvPr>
          <p:cNvSpPr>
            <a:spLocks noGrp="1"/>
          </p:cNvSpPr>
          <p:nvPr>
            <p:ph idx="1"/>
          </p:nvPr>
        </p:nvSpPr>
        <p:spPr>
          <a:xfrm>
            <a:off x="914400" y="1825328"/>
            <a:ext cx="6583680" cy="4310296"/>
          </a:xfrm>
        </p:spPr>
        <p:txBody>
          <a:bodyPr>
            <a:normAutofit/>
          </a:bodyPr>
          <a:lstStyle/>
          <a:p>
            <a:pPr algn="just"/>
            <a:r>
              <a:rPr lang="en-US" sz="1800" b="1" dirty="0"/>
              <a:t>What is a Client?</a:t>
            </a:r>
          </a:p>
          <a:p>
            <a:pPr algn="just"/>
            <a:r>
              <a:rPr lang="en-US" sz="1800" dirty="0"/>
              <a:t>A client is a computer hardware device or software that accesses a service made available by a server. The server is often (but not always) located on a separate physical computer.</a:t>
            </a:r>
          </a:p>
          <a:p>
            <a:pPr algn="just"/>
            <a:endParaRPr lang="en-US" sz="1800" dirty="0"/>
          </a:p>
          <a:p>
            <a:pPr algn="just"/>
            <a:r>
              <a:rPr lang="en-US" sz="1800" b="1" dirty="0"/>
              <a:t>What is a Server?</a:t>
            </a:r>
          </a:p>
          <a:p>
            <a:pPr algn="just"/>
            <a:r>
              <a:rPr lang="en-US" sz="1800" dirty="0"/>
              <a:t>A server is a physical computer dedicated to run services to serve the needs of other computers. Depending on the service that is running, it could be a file server, database server, home media server, print server, or web server.</a:t>
            </a:r>
          </a:p>
        </p:txBody>
      </p:sp>
      <p:sp>
        <p:nvSpPr>
          <p:cNvPr id="4" name="Slide Number Placeholder 3">
            <a:extLst>
              <a:ext uri="{FF2B5EF4-FFF2-40B4-BE49-F238E27FC236}">
                <a16:creationId xmlns:a16="http://schemas.microsoft.com/office/drawing/2014/main" id="{E16E5D1F-DD91-B978-2A59-6A56C116AF85}"/>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193237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F8F8D-F41C-A4F3-9D99-AA8D04E976A1}"/>
              </a:ext>
            </a:extLst>
          </p:cNvPr>
          <p:cNvSpPr>
            <a:spLocks noGrp="1"/>
          </p:cNvSpPr>
          <p:nvPr>
            <p:ph idx="1"/>
          </p:nvPr>
        </p:nvSpPr>
        <p:spPr>
          <a:xfrm>
            <a:off x="914400" y="704088"/>
            <a:ext cx="10511626" cy="5337896"/>
          </a:xfrm>
        </p:spPr>
        <p:txBody>
          <a:bodyPr/>
          <a:lstStyle/>
          <a:p>
            <a:r>
              <a:rPr lang="en-US" b="1" dirty="0"/>
              <a:t>What is the difference between server and client?</a:t>
            </a:r>
          </a:p>
          <a:p>
            <a:r>
              <a:rPr lang="en-US" sz="1800" dirty="0"/>
              <a:t>Simply, client services request to the server where server services response to the client after server check data from data store.</a:t>
            </a:r>
          </a:p>
        </p:txBody>
      </p:sp>
      <p:sp>
        <p:nvSpPr>
          <p:cNvPr id="4" name="Slide Number Placeholder 3">
            <a:extLst>
              <a:ext uri="{FF2B5EF4-FFF2-40B4-BE49-F238E27FC236}">
                <a16:creationId xmlns:a16="http://schemas.microsoft.com/office/drawing/2014/main" id="{C4B476DD-5522-CF1F-513E-F9EBC9F0A06C}"/>
              </a:ext>
            </a:extLst>
          </p:cNvPr>
          <p:cNvSpPr>
            <a:spLocks noGrp="1"/>
          </p:cNvSpPr>
          <p:nvPr>
            <p:ph type="sldNum" sz="quarter" idx="10"/>
          </p:nvPr>
        </p:nvSpPr>
        <p:spPr/>
        <p:txBody>
          <a:bodyPr/>
          <a:lstStyle/>
          <a:p>
            <a:fld id="{48F63A3B-78C7-47BE-AE5E-E10140E04643}" type="slidenum">
              <a:rPr lang="en-US" smtClean="0"/>
              <a:pPr/>
              <a:t>5</a:t>
            </a:fld>
            <a:endParaRPr lang="en-US" dirty="0"/>
          </a:p>
        </p:txBody>
      </p:sp>
      <p:pic>
        <p:nvPicPr>
          <p:cNvPr id="6149" name="Picture 5" descr="client-server">
            <a:extLst>
              <a:ext uri="{FF2B5EF4-FFF2-40B4-BE49-F238E27FC236}">
                <a16:creationId xmlns:a16="http://schemas.microsoft.com/office/drawing/2014/main" id="{5AEC0B60-07AE-BA4F-5F7A-4E574C894C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982" y="2508314"/>
            <a:ext cx="6562725" cy="1914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6BE0333-7538-D0AB-CD8B-FE053C88DED1}"/>
              </a:ext>
            </a:extLst>
          </p:cNvPr>
          <p:cNvSpPr txBox="1"/>
          <p:nvPr/>
        </p:nvSpPr>
        <p:spPr>
          <a:xfrm>
            <a:off x="914399" y="4647306"/>
            <a:ext cx="4105657" cy="2449388"/>
          </a:xfrm>
          <a:prstGeom prst="rect">
            <a:avLst/>
          </a:prstGeom>
          <a:noFill/>
        </p:spPr>
        <p:txBody>
          <a:bodyPr wrap="square">
            <a:spAutoFit/>
          </a:bodyPr>
          <a:lstStyle/>
          <a:p>
            <a:pPr defTabSz="914400">
              <a:lnSpc>
                <a:spcPct val="150000"/>
              </a:lnSpc>
              <a:spcAft>
                <a:spcPts val="1125"/>
              </a:spcAft>
            </a:pPr>
            <a:r>
              <a:rPr lang="en-US" dirty="0">
                <a:solidFill>
                  <a:schemeClr val="accent6"/>
                </a:solidFill>
              </a:rPr>
              <a:t>Your web browser is an example of a web client .A client and server communicate using a special language (a protocol)is called HTTP.</a:t>
            </a:r>
          </a:p>
          <a:p>
            <a:pPr>
              <a:buNone/>
            </a:pPr>
            <a:br>
              <a:rPr lang="en-US" dirty="0"/>
            </a:br>
            <a:endParaRPr lang="en-US" dirty="0"/>
          </a:p>
        </p:txBody>
      </p:sp>
      <p:pic>
        <p:nvPicPr>
          <p:cNvPr id="6151" name="Picture 7" descr="web-client-server">
            <a:extLst>
              <a:ext uri="{FF2B5EF4-FFF2-40B4-BE49-F238E27FC236}">
                <a16:creationId xmlns:a16="http://schemas.microsoft.com/office/drawing/2014/main" id="{4DA7309A-14F4-F3D9-4EED-6FCE76BF4D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4314" y="4528434"/>
            <a:ext cx="4302062" cy="193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523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E3AF5-AF8F-6AAE-EA63-A14294A8E475}"/>
              </a:ext>
            </a:extLst>
          </p:cNvPr>
          <p:cNvSpPr>
            <a:spLocks noGrp="1"/>
          </p:cNvSpPr>
          <p:nvPr>
            <p:ph type="title"/>
          </p:nvPr>
        </p:nvSpPr>
        <p:spPr>
          <a:xfrm>
            <a:off x="914400" y="1057275"/>
            <a:ext cx="6583680" cy="762382"/>
          </a:xfrm>
        </p:spPr>
        <p:txBody>
          <a:bodyPr/>
          <a:lstStyle/>
          <a:p>
            <a:r>
              <a:rPr lang="en-US" dirty="0"/>
              <a:t>Client-Server Model</a:t>
            </a:r>
          </a:p>
        </p:txBody>
      </p:sp>
      <p:sp>
        <p:nvSpPr>
          <p:cNvPr id="3" name="Content Placeholder 2">
            <a:extLst>
              <a:ext uri="{FF2B5EF4-FFF2-40B4-BE49-F238E27FC236}">
                <a16:creationId xmlns:a16="http://schemas.microsoft.com/office/drawing/2014/main" id="{3DA5D92A-7E95-5051-BE94-FFC97D03FDC2}"/>
              </a:ext>
            </a:extLst>
          </p:cNvPr>
          <p:cNvSpPr>
            <a:spLocks noGrp="1"/>
          </p:cNvSpPr>
          <p:nvPr>
            <p:ph idx="1"/>
          </p:nvPr>
        </p:nvSpPr>
        <p:spPr>
          <a:xfrm>
            <a:off x="914400" y="2048256"/>
            <a:ext cx="6583680" cy="3993728"/>
          </a:xfrm>
        </p:spPr>
        <p:txBody>
          <a:bodyPr>
            <a:normAutofit fontScale="70000" lnSpcReduction="20000"/>
          </a:bodyPr>
          <a:lstStyle/>
          <a:p>
            <a:pPr algn="just" fontAlgn="base"/>
            <a:r>
              <a:rPr lang="en-US" dirty="0"/>
              <a:t>The Client-Server Model is a network architecture in which clients send requests for resources or services, and servers process these requests, returning the required responses.</a:t>
            </a:r>
          </a:p>
          <a:p>
            <a:pPr marL="342900" indent="-342900" algn="just" fontAlgn="base">
              <a:buFont typeface="Arial" panose="020B0604020202020204" pitchFamily="34" charset="0"/>
              <a:buChar char="•"/>
            </a:pPr>
            <a:r>
              <a:rPr lang="en-US" b="1" dirty="0"/>
              <a:t>Client:</a:t>
            </a:r>
            <a:r>
              <a:rPr lang="en-US" dirty="0"/>
              <a:t> A device or program that requests data or services (e.g., web browser).</a:t>
            </a:r>
          </a:p>
          <a:p>
            <a:pPr marL="342900" indent="-342900" algn="just" fontAlgn="base">
              <a:buFont typeface="Arial" panose="020B0604020202020204" pitchFamily="34" charset="0"/>
              <a:buChar char="•"/>
            </a:pPr>
            <a:r>
              <a:rPr lang="en-US" b="1" dirty="0"/>
              <a:t>Server:</a:t>
            </a:r>
            <a:r>
              <a:rPr lang="en-US" dirty="0"/>
              <a:t> A system that stores resources, manages data, and responds to client requests.</a:t>
            </a:r>
          </a:p>
          <a:p>
            <a:pPr marL="342900" indent="-342900" algn="just" fontAlgn="base">
              <a:buFont typeface="Arial" panose="020B0604020202020204" pitchFamily="34" charset="0"/>
              <a:buChar char="•"/>
            </a:pPr>
            <a:r>
              <a:rPr lang="en-US" b="1" dirty="0"/>
              <a:t>Request–response mechanism:</a:t>
            </a:r>
            <a:r>
              <a:rPr lang="en-US" dirty="0"/>
              <a:t> Communication follows a structured cycle — client requests, server responds.</a:t>
            </a:r>
          </a:p>
          <a:p>
            <a:pPr marL="342900" indent="-342900" algn="just" fontAlgn="base">
              <a:buFont typeface="Arial" panose="020B0604020202020204" pitchFamily="34" charset="0"/>
              <a:buChar char="•"/>
            </a:pPr>
            <a:r>
              <a:rPr lang="en-US" b="1" dirty="0"/>
              <a:t>Centralized management:</a:t>
            </a:r>
            <a:r>
              <a:rPr lang="en-US" dirty="0"/>
              <a:t> Data and services are controlled from servers, improving security and consistency.</a:t>
            </a:r>
          </a:p>
          <a:p>
            <a:pPr algn="just"/>
            <a:endParaRPr lang="en-US" dirty="0"/>
          </a:p>
        </p:txBody>
      </p:sp>
      <p:sp>
        <p:nvSpPr>
          <p:cNvPr id="4" name="Slide Number Placeholder 3">
            <a:extLst>
              <a:ext uri="{FF2B5EF4-FFF2-40B4-BE49-F238E27FC236}">
                <a16:creationId xmlns:a16="http://schemas.microsoft.com/office/drawing/2014/main" id="{BE688363-435C-E950-28E2-59C22D00E2E6}"/>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1973293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92A8FA-FDE8-F858-6C1C-5FCA43CECC0F}"/>
              </a:ext>
            </a:extLst>
          </p:cNvPr>
          <p:cNvSpPr>
            <a:spLocks noGrp="1"/>
          </p:cNvSpPr>
          <p:nvPr>
            <p:ph idx="1"/>
          </p:nvPr>
        </p:nvSpPr>
        <p:spPr>
          <a:xfrm>
            <a:off x="914400" y="457199"/>
            <a:ext cx="9966960" cy="5584785"/>
          </a:xfrm>
        </p:spPr>
        <p:txBody>
          <a:bodyPr/>
          <a:lstStyle/>
          <a:p>
            <a:pPr fontAlgn="base"/>
            <a:r>
              <a:rPr lang="en-US" b="1" dirty="0"/>
              <a:t>Working</a:t>
            </a:r>
          </a:p>
          <a:p>
            <a:pPr algn="just" fontAlgn="base"/>
            <a:r>
              <a:rPr lang="en-US" sz="1800" dirty="0"/>
              <a:t>The client-server model works on a request–response flow where a client requests a service/data and the server processes that request and returns a response.</a:t>
            </a:r>
          </a:p>
          <a:p>
            <a:endParaRPr lang="en-US" dirty="0"/>
          </a:p>
        </p:txBody>
      </p:sp>
      <p:sp>
        <p:nvSpPr>
          <p:cNvPr id="4" name="Slide Number Placeholder 3">
            <a:extLst>
              <a:ext uri="{FF2B5EF4-FFF2-40B4-BE49-F238E27FC236}">
                <a16:creationId xmlns:a16="http://schemas.microsoft.com/office/drawing/2014/main" id="{1B5FEBDB-9A18-789A-1054-6586E8725671}"/>
              </a:ext>
            </a:extLst>
          </p:cNvPr>
          <p:cNvSpPr>
            <a:spLocks noGrp="1"/>
          </p:cNvSpPr>
          <p:nvPr>
            <p:ph type="sldNum" sz="quarter" idx="10"/>
          </p:nvPr>
        </p:nvSpPr>
        <p:spPr/>
        <p:txBody>
          <a:bodyPr/>
          <a:lstStyle/>
          <a:p>
            <a:fld id="{48F63A3B-78C7-47BE-AE5E-E10140E04643}" type="slidenum">
              <a:rPr lang="en-US" smtClean="0"/>
              <a:pPr/>
              <a:t>7</a:t>
            </a:fld>
            <a:endParaRPr lang="en-US" dirty="0"/>
          </a:p>
        </p:txBody>
      </p:sp>
      <p:pic>
        <p:nvPicPr>
          <p:cNvPr id="8" name="Picture 7">
            <a:extLst>
              <a:ext uri="{FF2B5EF4-FFF2-40B4-BE49-F238E27FC236}">
                <a16:creationId xmlns:a16="http://schemas.microsoft.com/office/drawing/2014/main" id="{16E6E707-68F2-8650-3294-D9B9A6E2617F}"/>
              </a:ext>
            </a:extLst>
          </p:cNvPr>
          <p:cNvPicPr>
            <a:picLocks noChangeAspect="1"/>
          </p:cNvPicPr>
          <p:nvPr/>
        </p:nvPicPr>
        <p:blipFill>
          <a:blip r:embed="rId2"/>
          <a:stretch>
            <a:fillRect/>
          </a:stretch>
        </p:blipFill>
        <p:spPr>
          <a:xfrm>
            <a:off x="7178040" y="2323424"/>
            <a:ext cx="4744040" cy="3894496"/>
          </a:xfrm>
          <a:prstGeom prst="rect">
            <a:avLst/>
          </a:prstGeom>
        </p:spPr>
      </p:pic>
      <p:sp>
        <p:nvSpPr>
          <p:cNvPr id="10" name="TextBox 9">
            <a:extLst>
              <a:ext uri="{FF2B5EF4-FFF2-40B4-BE49-F238E27FC236}">
                <a16:creationId xmlns:a16="http://schemas.microsoft.com/office/drawing/2014/main" id="{80F720A4-788E-20E2-D279-2BEEF69B3961}"/>
              </a:ext>
            </a:extLst>
          </p:cNvPr>
          <p:cNvSpPr txBox="1"/>
          <p:nvPr/>
        </p:nvSpPr>
        <p:spPr>
          <a:xfrm>
            <a:off x="914400" y="2314262"/>
            <a:ext cx="6103620" cy="3785652"/>
          </a:xfrm>
          <a:prstGeom prst="rect">
            <a:avLst/>
          </a:prstGeom>
          <a:noFill/>
        </p:spPr>
        <p:txBody>
          <a:bodyPr wrap="square">
            <a:spAutoFit/>
          </a:bodyPr>
          <a:lstStyle/>
          <a:p>
            <a:pPr algn="just" fontAlgn="base">
              <a:spcAft>
                <a:spcPts val="1800"/>
              </a:spcAft>
              <a:buFont typeface="Arial" panose="020B0604020202020204" pitchFamily="34" charset="0"/>
              <a:buChar char="•"/>
            </a:pPr>
            <a:r>
              <a:rPr lang="en-US" b="0" i="0" dirty="0">
                <a:solidFill>
                  <a:srgbClr val="202C8F"/>
                </a:solidFill>
                <a:effectLst/>
                <a:latin typeface="Nunito" pitchFamily="2" charset="0"/>
              </a:rPr>
              <a:t>Client is a device/app that requests services from a server, like a web browser or email app.</a:t>
            </a:r>
          </a:p>
          <a:p>
            <a:pPr algn="just" fontAlgn="base">
              <a:spcAft>
                <a:spcPts val="1800"/>
              </a:spcAft>
              <a:buFont typeface="Arial" panose="020B0604020202020204" pitchFamily="34" charset="0"/>
              <a:buChar char="•"/>
            </a:pPr>
            <a:r>
              <a:rPr lang="en-US" b="0" i="0" dirty="0">
                <a:solidFill>
                  <a:srgbClr val="202C8F"/>
                </a:solidFill>
                <a:effectLst/>
                <a:latin typeface="Nunito" pitchFamily="2" charset="0"/>
              </a:rPr>
              <a:t>Server is a system that listens for requests and responds by sending data or performing operations.</a:t>
            </a:r>
          </a:p>
          <a:p>
            <a:pPr algn="just" fontAlgn="base">
              <a:spcAft>
                <a:spcPts val="1800"/>
              </a:spcAft>
              <a:buFont typeface="Arial" panose="020B0604020202020204" pitchFamily="34" charset="0"/>
              <a:buChar char="•"/>
            </a:pPr>
            <a:r>
              <a:rPr lang="en-US" b="0" i="0" dirty="0">
                <a:solidFill>
                  <a:srgbClr val="202C8F"/>
                </a:solidFill>
                <a:effectLst/>
                <a:latin typeface="Nunito" pitchFamily="2" charset="0"/>
              </a:rPr>
              <a:t>Servers can </a:t>
            </a:r>
            <a:r>
              <a:rPr lang="en-US" dirty="0">
                <a:solidFill>
                  <a:srgbClr val="202C8F"/>
                </a:solidFill>
              </a:rPr>
              <a:t>handle</a:t>
            </a:r>
            <a:r>
              <a:rPr lang="en-US" b="0" i="0" dirty="0">
                <a:solidFill>
                  <a:srgbClr val="202C8F"/>
                </a:solidFill>
                <a:effectLst/>
                <a:latin typeface="Nunito" pitchFamily="2" charset="0"/>
              </a:rPr>
              <a:t> many clients at the same time using concurrent </a:t>
            </a:r>
            <a:r>
              <a:rPr lang="en-US" dirty="0">
                <a:solidFill>
                  <a:srgbClr val="202C8F"/>
                </a:solidFill>
              </a:rPr>
              <a:t>request</a:t>
            </a:r>
            <a:r>
              <a:rPr lang="en-US" b="0" i="0" dirty="0">
                <a:solidFill>
                  <a:srgbClr val="202C8F"/>
                </a:solidFill>
                <a:effectLst/>
                <a:latin typeface="Nunito" pitchFamily="2" charset="0"/>
              </a:rPr>
              <a:t> handling.</a:t>
            </a:r>
          </a:p>
          <a:p>
            <a:pPr algn="just" fontAlgn="base">
              <a:spcAft>
                <a:spcPts val="1800"/>
              </a:spcAft>
              <a:buFont typeface="Arial" panose="020B0604020202020204" pitchFamily="34" charset="0"/>
              <a:buChar char="•"/>
            </a:pPr>
            <a:r>
              <a:rPr lang="en-US" b="0" i="0" dirty="0">
                <a:solidFill>
                  <a:srgbClr val="202C8F"/>
                </a:solidFill>
                <a:effectLst/>
                <a:latin typeface="Nunito" pitchFamily="2" charset="0"/>
              </a:rPr>
              <a:t>Example client apps include Chrome/Firefox and Gmail/Outlook.</a:t>
            </a:r>
          </a:p>
          <a:p>
            <a:pPr algn="just" fontAlgn="base">
              <a:spcAft>
                <a:spcPts val="1800"/>
              </a:spcAft>
              <a:buFont typeface="Arial" panose="020B0604020202020204" pitchFamily="34" charset="0"/>
              <a:buChar char="•"/>
            </a:pPr>
            <a:r>
              <a:rPr lang="en-US" b="0" i="0" dirty="0">
                <a:solidFill>
                  <a:srgbClr val="202C8F"/>
                </a:solidFill>
                <a:effectLst/>
                <a:latin typeface="Nunito" pitchFamily="2" charset="0"/>
              </a:rPr>
              <a:t>Example servers include web servers (Apache/Nginx), email servers, and database servers.</a:t>
            </a:r>
          </a:p>
        </p:txBody>
      </p:sp>
    </p:spTree>
    <p:extLst>
      <p:ext uri="{BB962C8B-B14F-4D97-AF65-F5344CB8AC3E}">
        <p14:creationId xmlns:p14="http://schemas.microsoft.com/office/powerpoint/2010/main" val="387435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48FFA-8DC2-5AB3-4828-CDA5E73393E1}"/>
              </a:ext>
            </a:extLst>
          </p:cNvPr>
          <p:cNvSpPr>
            <a:spLocks noGrp="1"/>
          </p:cNvSpPr>
          <p:nvPr>
            <p:ph type="title"/>
          </p:nvPr>
        </p:nvSpPr>
        <p:spPr>
          <a:xfrm>
            <a:off x="914400" y="1057275"/>
            <a:ext cx="9336024" cy="789814"/>
          </a:xfrm>
        </p:spPr>
        <p:txBody>
          <a:bodyPr/>
          <a:lstStyle/>
          <a:p>
            <a:pPr fontAlgn="base"/>
            <a:r>
              <a:rPr lang="en-US" dirty="0"/>
              <a:t>How a Browser Interacts With a Server</a:t>
            </a:r>
          </a:p>
        </p:txBody>
      </p:sp>
      <p:sp>
        <p:nvSpPr>
          <p:cNvPr id="4" name="Slide Number Placeholder 3">
            <a:extLst>
              <a:ext uri="{FF2B5EF4-FFF2-40B4-BE49-F238E27FC236}">
                <a16:creationId xmlns:a16="http://schemas.microsoft.com/office/drawing/2014/main" id="{477F8A2C-17C7-48F8-2EB1-1E2FA756941A}"/>
              </a:ext>
            </a:extLst>
          </p:cNvPr>
          <p:cNvSpPr>
            <a:spLocks noGrp="1"/>
          </p:cNvSpPr>
          <p:nvPr>
            <p:ph type="sldNum" sz="quarter" idx="10"/>
          </p:nvPr>
        </p:nvSpPr>
        <p:spPr/>
        <p:txBody>
          <a:bodyPr/>
          <a:lstStyle/>
          <a:p>
            <a:fld id="{48F63A3B-78C7-47BE-AE5E-E10140E04643}" type="slidenum">
              <a:rPr lang="en-US" smtClean="0"/>
              <a:pPr/>
              <a:t>8</a:t>
            </a:fld>
            <a:endParaRPr lang="en-US" dirty="0"/>
          </a:p>
        </p:txBody>
      </p:sp>
      <p:pic>
        <p:nvPicPr>
          <p:cNvPr id="8194" name="Picture 2" descr="Client-Server-Model-2">
            <a:extLst>
              <a:ext uri="{FF2B5EF4-FFF2-40B4-BE49-F238E27FC236}">
                <a16:creationId xmlns:a16="http://schemas.microsoft.com/office/drawing/2014/main" id="{DB1C5E56-A105-6C6D-0AB6-577EA6050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7256" y="1990725"/>
            <a:ext cx="6419088" cy="3810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3A0EA9F-390D-58F4-BE96-BD30EBB09800}"/>
              </a:ext>
            </a:extLst>
          </p:cNvPr>
          <p:cNvSpPr txBox="1"/>
          <p:nvPr/>
        </p:nvSpPr>
        <p:spPr>
          <a:xfrm>
            <a:off x="381762" y="2441412"/>
            <a:ext cx="6103620" cy="3785652"/>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0" i="0" dirty="0">
                <a:solidFill>
                  <a:srgbClr val="202C8F"/>
                </a:solidFill>
                <a:effectLst/>
                <a:latin typeface="Nunito" pitchFamily="2" charset="0"/>
              </a:rPr>
              <a:t>User enters a URL in the browser (example: www.example.com).</a:t>
            </a:r>
          </a:p>
          <a:p>
            <a:pPr algn="l" fontAlgn="base">
              <a:spcAft>
                <a:spcPts val="1800"/>
              </a:spcAft>
              <a:buFont typeface="Arial" panose="020B0604020202020204" pitchFamily="34" charset="0"/>
              <a:buChar char="•"/>
            </a:pPr>
            <a:r>
              <a:rPr lang="en-US" b="0" i="0" dirty="0">
                <a:solidFill>
                  <a:srgbClr val="202C8F"/>
                </a:solidFill>
                <a:effectLst/>
                <a:latin typeface="Nunito" pitchFamily="2" charset="0"/>
              </a:rPr>
              <a:t>Browser performs a DNS lookup to convert the domain name into an IP address.</a:t>
            </a:r>
          </a:p>
          <a:p>
            <a:pPr algn="l" fontAlgn="base">
              <a:spcAft>
                <a:spcPts val="1800"/>
              </a:spcAft>
              <a:buFont typeface="Arial" panose="020B0604020202020204" pitchFamily="34" charset="0"/>
              <a:buChar char="•"/>
            </a:pPr>
            <a:r>
              <a:rPr lang="en-US" b="0" i="0" dirty="0">
                <a:solidFill>
                  <a:srgbClr val="202C8F"/>
                </a:solidFill>
                <a:effectLst/>
                <a:latin typeface="Nunito" pitchFamily="2" charset="0"/>
              </a:rPr>
              <a:t>Browser establishes a connection and sends an HTTP/HTTPS request to the server using that IP.</a:t>
            </a:r>
          </a:p>
          <a:p>
            <a:pPr algn="l" fontAlgn="base">
              <a:spcAft>
                <a:spcPts val="1800"/>
              </a:spcAft>
              <a:buFont typeface="Arial" panose="020B0604020202020204" pitchFamily="34" charset="0"/>
              <a:buChar char="•"/>
            </a:pPr>
            <a:r>
              <a:rPr lang="en-US" b="0" i="0" dirty="0">
                <a:solidFill>
                  <a:srgbClr val="202C8F"/>
                </a:solidFill>
                <a:effectLst/>
                <a:latin typeface="Nunito" pitchFamily="2" charset="0"/>
              </a:rPr>
              <a:t>Server responds with website resources like HTML, CSS, JavaScript, and images.</a:t>
            </a:r>
          </a:p>
          <a:p>
            <a:pPr algn="l" fontAlgn="base">
              <a:spcAft>
                <a:spcPts val="1800"/>
              </a:spcAft>
              <a:buFont typeface="Arial" panose="020B0604020202020204" pitchFamily="34" charset="0"/>
              <a:buChar char="•"/>
            </a:pPr>
            <a:r>
              <a:rPr lang="en-US" b="0" i="0" dirty="0">
                <a:solidFill>
                  <a:srgbClr val="202C8F"/>
                </a:solidFill>
                <a:effectLst/>
                <a:latin typeface="Nunito" pitchFamily="2" charset="0"/>
              </a:rPr>
              <a:t>Browser renders the webpage by processing these files and displaying the content.</a:t>
            </a:r>
          </a:p>
        </p:txBody>
      </p:sp>
    </p:spTree>
    <p:extLst>
      <p:ext uri="{BB962C8B-B14F-4D97-AF65-F5344CB8AC3E}">
        <p14:creationId xmlns:p14="http://schemas.microsoft.com/office/powerpoint/2010/main" val="3209944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65041-8275-CD8F-66D6-BD2C35CF7ACC}"/>
              </a:ext>
            </a:extLst>
          </p:cNvPr>
          <p:cNvSpPr>
            <a:spLocks noGrp="1"/>
          </p:cNvSpPr>
          <p:nvPr>
            <p:ph type="title"/>
          </p:nvPr>
        </p:nvSpPr>
        <p:spPr>
          <a:xfrm>
            <a:off x="914400" y="1057275"/>
            <a:ext cx="9628632" cy="661798"/>
          </a:xfrm>
        </p:spPr>
        <p:txBody>
          <a:bodyPr/>
          <a:lstStyle/>
          <a:p>
            <a:pPr fontAlgn="base"/>
            <a:r>
              <a:rPr lang="en-US" dirty="0"/>
              <a:t>Types of Client-Server Architecture</a:t>
            </a:r>
          </a:p>
        </p:txBody>
      </p:sp>
      <p:sp>
        <p:nvSpPr>
          <p:cNvPr id="3" name="Content Placeholder 2">
            <a:extLst>
              <a:ext uri="{FF2B5EF4-FFF2-40B4-BE49-F238E27FC236}">
                <a16:creationId xmlns:a16="http://schemas.microsoft.com/office/drawing/2014/main" id="{EC535BD8-A61B-8E74-D0F1-444790D370D1}"/>
              </a:ext>
            </a:extLst>
          </p:cNvPr>
          <p:cNvSpPr>
            <a:spLocks noGrp="1"/>
          </p:cNvSpPr>
          <p:nvPr>
            <p:ph idx="1"/>
          </p:nvPr>
        </p:nvSpPr>
        <p:spPr>
          <a:xfrm>
            <a:off x="914400" y="1847660"/>
            <a:ext cx="10277856" cy="4194324"/>
          </a:xfrm>
        </p:spPr>
        <p:txBody>
          <a:bodyPr>
            <a:normAutofit fontScale="55000" lnSpcReduction="20000"/>
          </a:bodyPr>
          <a:lstStyle/>
          <a:p>
            <a:pPr algn="just" fontAlgn="base"/>
            <a:r>
              <a:rPr lang="en-US" dirty="0"/>
              <a:t>Client-server architecture is commonly classified by how many layers handle presentation, logic, and data.</a:t>
            </a:r>
          </a:p>
          <a:p>
            <a:pPr algn="just" fontAlgn="base"/>
            <a:r>
              <a:rPr lang="en-US" b="1" dirty="0"/>
              <a:t>1. 2-Tier Architecture</a:t>
            </a:r>
          </a:p>
          <a:p>
            <a:pPr algn="just" fontAlgn="base"/>
            <a:r>
              <a:rPr lang="en-US" dirty="0"/>
              <a:t>In a 2-tier architecture, the client communicates directly with the server, which is typically responsible for both processing and data storage.</a:t>
            </a:r>
          </a:p>
          <a:p>
            <a:pPr algn="just" fontAlgn="base"/>
            <a:r>
              <a:rPr lang="en-US" dirty="0"/>
              <a:t>It consists of two layers: the client layer and the server layer.</a:t>
            </a:r>
          </a:p>
          <a:p>
            <a:pPr algn="just" fontAlgn="base"/>
            <a:r>
              <a:rPr lang="en-US" dirty="0"/>
              <a:t>The client handles the user interface and may perform some processing before sending requests.</a:t>
            </a:r>
          </a:p>
          <a:p>
            <a:pPr algn="just" fontAlgn="base"/>
            <a:r>
              <a:rPr lang="en-US" dirty="0"/>
              <a:t>The server processes client requests and manages the database.</a:t>
            </a:r>
          </a:p>
          <a:p>
            <a:pPr algn="just" fontAlgn="base"/>
            <a:r>
              <a:rPr lang="en-US" dirty="0"/>
              <a:t>This architecture is suitable for small applications and environments with limited users.</a:t>
            </a:r>
          </a:p>
          <a:p>
            <a:pPr algn="just" fontAlgn="base"/>
            <a:r>
              <a:rPr lang="en-US" dirty="0"/>
              <a:t>However, it becomes difficult to scale and manage when many clients connect to the server simultaneously.</a:t>
            </a:r>
          </a:p>
          <a:p>
            <a:pPr algn="just" fontAlgn="base"/>
            <a:endParaRPr lang="en-US" dirty="0"/>
          </a:p>
          <a:p>
            <a:pPr algn="just" fontAlgn="base"/>
            <a:r>
              <a:rPr lang="en-US" b="1" dirty="0"/>
              <a:t>2. 3-Tier Architecture</a:t>
            </a:r>
          </a:p>
          <a:p>
            <a:pPr algn="just" fontAlgn="base"/>
            <a:r>
              <a:rPr lang="en-US" dirty="0"/>
              <a:t>In a 3-tier architecture, the system is divided into three layers to improve performance, security, and scalability.</a:t>
            </a:r>
          </a:p>
          <a:p>
            <a:pPr algn="just" fontAlgn="base"/>
            <a:r>
              <a:rPr lang="en-US" dirty="0"/>
              <a:t>It consists of the presentation layer (client), application layer (business logic), and data layer (database server).</a:t>
            </a:r>
          </a:p>
          <a:p>
            <a:pPr algn="just" fontAlgn="base"/>
            <a:r>
              <a:rPr lang="en-US" dirty="0"/>
              <a:t>The client interacts with the application server instead of communicating directly with the database.</a:t>
            </a:r>
          </a:p>
          <a:p>
            <a:pPr algn="just" fontAlgn="base"/>
            <a:r>
              <a:rPr lang="en-US" dirty="0"/>
              <a:t>The application server processes requests, applies business logic, and retrieves or stores data in the database.</a:t>
            </a:r>
          </a:p>
          <a:p>
            <a:pPr algn="just" fontAlgn="base"/>
            <a:r>
              <a:rPr lang="en-US" dirty="0"/>
              <a:t>This structure enhances security because the database is not directly exposed to clients.</a:t>
            </a:r>
          </a:p>
          <a:p>
            <a:pPr algn="just" fontAlgn="base"/>
            <a:r>
              <a:rPr lang="en-US" dirty="0"/>
              <a:t>It is widely used in web applications and enterprise systems due to its flexibility and easier maintenance.</a:t>
            </a:r>
          </a:p>
          <a:p>
            <a:pPr algn="just"/>
            <a:endParaRPr lang="en-US" dirty="0"/>
          </a:p>
        </p:txBody>
      </p:sp>
      <p:sp>
        <p:nvSpPr>
          <p:cNvPr id="4" name="Slide Number Placeholder 3">
            <a:extLst>
              <a:ext uri="{FF2B5EF4-FFF2-40B4-BE49-F238E27FC236}">
                <a16:creationId xmlns:a16="http://schemas.microsoft.com/office/drawing/2014/main" id="{E074E18B-D9A9-861D-6925-DA0CB95F48C8}"/>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3872052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dirty="0"/>
              <a:t>Communication Protocol (HTTP)</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1131718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914400" y="841248"/>
            <a:ext cx="7891272" cy="5182117"/>
          </a:xfrm>
        </p:spPr>
        <p:txBody>
          <a:bodyPr>
            <a:normAutofit/>
          </a:bodyPr>
          <a:lstStyle/>
          <a:p>
            <a:pPr fontAlgn="base"/>
            <a:r>
              <a:rPr lang="en-US" dirty="0"/>
              <a:t>HTTP (Hypertext Transfer Protocol) is a core Internet protocol that defines how data is exchanged between clients and servers on the web.</a:t>
            </a:r>
          </a:p>
          <a:p>
            <a:pPr fontAlgn="base"/>
            <a:r>
              <a:rPr lang="en-US" dirty="0"/>
              <a:t>Enables communication between web browsers and web servers.</a:t>
            </a:r>
          </a:p>
          <a:p>
            <a:pPr fontAlgn="base"/>
            <a:r>
              <a:rPr lang="en-US" dirty="0"/>
              <a:t>Forms the foundation of data transfer on the World Wide Web.</a:t>
            </a:r>
          </a:p>
          <a:p>
            <a:pPr fontAlgn="base"/>
            <a:r>
              <a:rPr lang="en-US" dirty="0"/>
              <a:t>Defines rules for requesting and delivering data between systems.</a:t>
            </a:r>
          </a:p>
          <a:p>
            <a:br>
              <a:rPr lang="en-US" dirty="0"/>
            </a:br>
            <a:endParaRPr lang="en-US" dirty="0"/>
          </a:p>
        </p:txBody>
      </p:sp>
      <p:pic>
        <p:nvPicPr>
          <p:cNvPr id="9" name="Picture 8">
            <a:extLst>
              <a:ext uri="{FF2B5EF4-FFF2-40B4-BE49-F238E27FC236}">
                <a16:creationId xmlns:a16="http://schemas.microsoft.com/office/drawing/2014/main" id="{3F07CC8F-77E0-4390-F059-A5890159F587}"/>
              </a:ext>
            </a:extLst>
          </p:cNvPr>
          <p:cNvPicPr>
            <a:picLocks noChangeAspect="1"/>
          </p:cNvPicPr>
          <p:nvPr/>
        </p:nvPicPr>
        <p:blipFill>
          <a:blip r:embed="rId3"/>
          <a:stretch>
            <a:fillRect/>
          </a:stretch>
        </p:blipFill>
        <p:spPr>
          <a:xfrm>
            <a:off x="1894794" y="3009519"/>
            <a:ext cx="5930483" cy="3007233"/>
          </a:xfrm>
          <a:prstGeom prst="rect">
            <a:avLst/>
          </a:prstGeom>
        </p:spPr>
      </p:pic>
      <p:sp>
        <p:nvSpPr>
          <p:cNvPr id="13" name="TextBox 12">
            <a:extLst>
              <a:ext uri="{FF2B5EF4-FFF2-40B4-BE49-F238E27FC236}">
                <a16:creationId xmlns:a16="http://schemas.microsoft.com/office/drawing/2014/main" id="{CB3FCBA7-00D4-80D9-9ECA-32C5DFDB3175}"/>
              </a:ext>
            </a:extLst>
          </p:cNvPr>
          <p:cNvSpPr txBox="1"/>
          <p:nvPr/>
        </p:nvSpPr>
        <p:spPr>
          <a:xfrm>
            <a:off x="8163905" y="3620583"/>
            <a:ext cx="3854196" cy="892552"/>
          </a:xfrm>
          <a:prstGeom prst="rect">
            <a:avLst/>
          </a:prstGeom>
          <a:noFill/>
        </p:spPr>
        <p:txBody>
          <a:bodyPr wrap="square">
            <a:spAutoFit/>
          </a:bodyPr>
          <a:lstStyle/>
          <a:p>
            <a:r>
              <a:rPr lang="en-US" sz="1300" dirty="0"/>
              <a:t>Note: HTTP is an application-layer protocol used implicitly by web browsers to transfer text, images, and multimedia across distributed, hypermedia-based web systems.</a:t>
            </a:r>
          </a:p>
        </p:txBody>
      </p:sp>
    </p:spTree>
    <p:extLst>
      <p:ext uri="{BB962C8B-B14F-4D97-AF65-F5344CB8AC3E}">
        <p14:creationId xmlns:p14="http://schemas.microsoft.com/office/powerpoint/2010/main" val="2468595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4FA208-9D6E-7865-DD20-03C78E09F5FE}"/>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
        <p:nvSpPr>
          <p:cNvPr id="5" name="Content Placeholder 4">
            <a:extLst>
              <a:ext uri="{FF2B5EF4-FFF2-40B4-BE49-F238E27FC236}">
                <a16:creationId xmlns:a16="http://schemas.microsoft.com/office/drawing/2014/main" id="{91CB0C26-3975-1D3E-7D52-7F54B61E9EBC}"/>
              </a:ext>
            </a:extLst>
          </p:cNvPr>
          <p:cNvSpPr>
            <a:spLocks noGrp="1"/>
          </p:cNvSpPr>
          <p:nvPr>
            <p:ph sz="quarter" idx="4"/>
          </p:nvPr>
        </p:nvSpPr>
        <p:spPr>
          <a:xfrm>
            <a:off x="676657" y="713232"/>
            <a:ext cx="7390454" cy="5310133"/>
          </a:xfrm>
        </p:spPr>
        <p:txBody>
          <a:bodyPr/>
          <a:lstStyle/>
          <a:p>
            <a:pPr algn="ctr" fontAlgn="base"/>
            <a:r>
              <a:rPr lang="en-US" sz="3600" b="1" dirty="0"/>
              <a:t>Features</a:t>
            </a:r>
          </a:p>
          <a:p>
            <a:pPr fontAlgn="base"/>
            <a:r>
              <a:rPr lang="en-US" dirty="0"/>
              <a:t>HTTP defines a standardized communication mechanism that enables clients and servers to exchange resources efficiently over the web.</a:t>
            </a:r>
          </a:p>
          <a:p>
            <a:pPr fontAlgn="base"/>
            <a:r>
              <a:rPr lang="en-US" b="1" dirty="0"/>
              <a:t>Stateless:</a:t>
            </a:r>
            <a:r>
              <a:rPr lang="en-US" dirty="0"/>
              <a:t> Each request is independent and the server doesn't retain previous interactions' information.</a:t>
            </a:r>
          </a:p>
          <a:p>
            <a:pPr fontAlgn="base"/>
            <a:r>
              <a:rPr lang="en-US" b="1" dirty="0"/>
              <a:t>Text-Based:</a:t>
            </a:r>
            <a:r>
              <a:rPr lang="en-US" dirty="0"/>
              <a:t> Messages are in plain text, making them readable and </a:t>
            </a:r>
            <a:r>
              <a:rPr lang="en-US" dirty="0" err="1"/>
              <a:t>debuggable</a:t>
            </a:r>
            <a:r>
              <a:rPr lang="en-US" dirty="0"/>
              <a:t>.</a:t>
            </a:r>
          </a:p>
          <a:p>
            <a:pPr fontAlgn="base"/>
            <a:r>
              <a:rPr lang="en-US" b="1" dirty="0"/>
              <a:t>Client-Server Model:</a:t>
            </a:r>
            <a:r>
              <a:rPr lang="en-US" dirty="0"/>
              <a:t> Follows a client-server architecture for requesting and serving resources.</a:t>
            </a:r>
          </a:p>
          <a:p>
            <a:pPr fontAlgn="base"/>
            <a:r>
              <a:rPr lang="en-US" b="1" dirty="0"/>
              <a:t>Request-Response:</a:t>
            </a:r>
            <a:r>
              <a:rPr lang="en-US" dirty="0"/>
              <a:t> Operates on a request-response cycle between clients and servers.</a:t>
            </a:r>
          </a:p>
          <a:p>
            <a:pPr fontAlgn="base"/>
            <a:r>
              <a:rPr lang="en-US" b="1" dirty="0"/>
              <a:t>Request Methods:</a:t>
            </a:r>
            <a:r>
              <a:rPr lang="en-US" dirty="0"/>
              <a:t> Supports various methods like GET, POST, PUT, DELETE for different actions on resources.</a:t>
            </a:r>
          </a:p>
          <a:p>
            <a:pPr fontAlgn="base"/>
            <a:r>
              <a:rPr lang="en-US" b="1" i="1" dirty="0"/>
              <a:t>Note: </a:t>
            </a:r>
            <a:r>
              <a:rPr lang="en-US" i="1" dirty="0"/>
              <a:t>It was renamed as Hyper-Text Transfer Protocol QUIC (HTTP/3) and developed by Google.</a:t>
            </a:r>
          </a:p>
          <a:p>
            <a:endParaRPr lang="en-US" dirty="0"/>
          </a:p>
        </p:txBody>
      </p:sp>
    </p:spTree>
    <p:extLst>
      <p:ext uri="{BB962C8B-B14F-4D97-AF65-F5344CB8AC3E}">
        <p14:creationId xmlns:p14="http://schemas.microsoft.com/office/powerpoint/2010/main" val="3245305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1F4A9-5A68-D318-1147-19900811AD2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7E34D99-37C6-E245-BAF6-B4010748D907}"/>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
        <p:nvSpPr>
          <p:cNvPr id="5" name="Content Placeholder 4">
            <a:extLst>
              <a:ext uri="{FF2B5EF4-FFF2-40B4-BE49-F238E27FC236}">
                <a16:creationId xmlns:a16="http://schemas.microsoft.com/office/drawing/2014/main" id="{63B77B96-6B0A-548D-96AE-2A9DCAC2528C}"/>
              </a:ext>
            </a:extLst>
          </p:cNvPr>
          <p:cNvSpPr>
            <a:spLocks noGrp="1"/>
          </p:cNvSpPr>
          <p:nvPr>
            <p:ph sz="quarter" idx="4"/>
          </p:nvPr>
        </p:nvSpPr>
        <p:spPr>
          <a:xfrm>
            <a:off x="676657" y="713232"/>
            <a:ext cx="7390454" cy="5310133"/>
          </a:xfrm>
        </p:spPr>
        <p:txBody>
          <a:bodyPr>
            <a:normAutofit lnSpcReduction="10000"/>
          </a:bodyPr>
          <a:lstStyle/>
          <a:p>
            <a:pPr algn="ctr" fontAlgn="base"/>
            <a:r>
              <a:rPr lang="en-US" sz="3200" b="1" dirty="0"/>
              <a:t>Methods of HTTP</a:t>
            </a:r>
          </a:p>
          <a:p>
            <a:pPr fontAlgn="base"/>
            <a:r>
              <a:rPr lang="en-US" dirty="0"/>
              <a:t>HTTP methods define the type of action a client wants to perform on a resource hosted by a server.</a:t>
            </a:r>
          </a:p>
          <a:p>
            <a:pPr fontAlgn="base"/>
            <a:br>
              <a:rPr lang="en-US" dirty="0"/>
            </a:br>
            <a:r>
              <a:rPr lang="en-US" b="1" dirty="0"/>
              <a:t>GET:</a:t>
            </a:r>
            <a:r>
              <a:rPr lang="en-US" dirty="0"/>
              <a:t> Retrieves data without modifying the resource.</a:t>
            </a:r>
          </a:p>
          <a:p>
            <a:pPr fontAlgn="base"/>
            <a:r>
              <a:rPr lang="en-US" b="1" dirty="0"/>
              <a:t>POST:</a:t>
            </a:r>
            <a:r>
              <a:rPr lang="en-US" dirty="0"/>
              <a:t> Submits data for processing or resource creation.</a:t>
            </a:r>
          </a:p>
          <a:p>
            <a:pPr fontAlgn="base"/>
            <a:r>
              <a:rPr lang="en-US" b="1" dirty="0"/>
              <a:t>PUT:</a:t>
            </a:r>
            <a:r>
              <a:rPr lang="en-US" dirty="0"/>
              <a:t> Creates or replaces a resource completely.</a:t>
            </a:r>
          </a:p>
          <a:p>
            <a:pPr fontAlgn="base"/>
            <a:r>
              <a:rPr lang="en-US" b="1" dirty="0"/>
              <a:t>PATCH:</a:t>
            </a:r>
            <a:r>
              <a:rPr lang="en-US" dirty="0"/>
              <a:t> Partially updates a resource.</a:t>
            </a:r>
          </a:p>
          <a:p>
            <a:pPr fontAlgn="base"/>
            <a:r>
              <a:rPr lang="en-US" b="1" dirty="0"/>
              <a:t>DELETE:</a:t>
            </a:r>
            <a:r>
              <a:rPr lang="en-US" dirty="0"/>
              <a:t> Removes a resource from the server.</a:t>
            </a:r>
          </a:p>
          <a:p>
            <a:pPr fontAlgn="base"/>
            <a:r>
              <a:rPr lang="en-US" b="1" dirty="0"/>
              <a:t>HEAD:</a:t>
            </a:r>
            <a:r>
              <a:rPr lang="en-US" dirty="0"/>
              <a:t> Retrieves response headers only.</a:t>
            </a:r>
          </a:p>
          <a:p>
            <a:pPr fontAlgn="base"/>
            <a:r>
              <a:rPr lang="en-US" b="1" dirty="0"/>
              <a:t>OPTIONS:</a:t>
            </a:r>
            <a:r>
              <a:rPr lang="en-US" dirty="0"/>
              <a:t> Returns supported methods and communication options.</a:t>
            </a:r>
          </a:p>
          <a:p>
            <a:pPr fontAlgn="base"/>
            <a:r>
              <a:rPr lang="en-US" b="1" dirty="0"/>
              <a:t>TRACE:</a:t>
            </a:r>
            <a:r>
              <a:rPr lang="en-US" dirty="0"/>
              <a:t> Echoes the request for debugging (rarely used due to security risks).</a:t>
            </a:r>
          </a:p>
          <a:p>
            <a:pPr fontAlgn="base"/>
            <a:r>
              <a:rPr lang="en-US" b="1" dirty="0"/>
              <a:t>CONNECT:</a:t>
            </a:r>
            <a:r>
              <a:rPr lang="en-US" dirty="0"/>
              <a:t> Establishes a tunnel, typically for HTTPS via proxies.</a:t>
            </a:r>
          </a:p>
        </p:txBody>
      </p:sp>
    </p:spTree>
    <p:extLst>
      <p:ext uri="{BB962C8B-B14F-4D97-AF65-F5344CB8AC3E}">
        <p14:creationId xmlns:p14="http://schemas.microsoft.com/office/powerpoint/2010/main" val="3807432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E5667-28E5-B5C9-96DC-13F4C8EE8B4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85D4B9E-43B5-6520-E4B9-9D0B113B9639}"/>
              </a:ext>
            </a:extLst>
          </p:cNvPr>
          <p:cNvSpPr>
            <a:spLocks noGrp="1"/>
          </p:cNvSpPr>
          <p:nvPr>
            <p:ph type="sldNum" sz="quarter" idx="10"/>
          </p:nvPr>
        </p:nvSpPr>
        <p:spPr/>
        <p:txBody>
          <a:bodyPr/>
          <a:lstStyle/>
          <a:p>
            <a:fld id="{48F63A3B-78C7-47BE-AE5E-E10140E04643}" type="slidenum">
              <a:rPr lang="en-US" smtClean="0"/>
              <a:pPr/>
              <a:t>14</a:t>
            </a:fld>
            <a:endParaRPr lang="en-US" dirty="0"/>
          </a:p>
        </p:txBody>
      </p:sp>
      <p:sp>
        <p:nvSpPr>
          <p:cNvPr id="5" name="Content Placeholder 4">
            <a:extLst>
              <a:ext uri="{FF2B5EF4-FFF2-40B4-BE49-F238E27FC236}">
                <a16:creationId xmlns:a16="http://schemas.microsoft.com/office/drawing/2014/main" id="{C582746B-6144-E549-9F7E-1F8E8ADE2EBA}"/>
              </a:ext>
            </a:extLst>
          </p:cNvPr>
          <p:cNvSpPr>
            <a:spLocks noGrp="1"/>
          </p:cNvSpPr>
          <p:nvPr>
            <p:ph sz="quarter" idx="4"/>
          </p:nvPr>
        </p:nvSpPr>
        <p:spPr>
          <a:xfrm>
            <a:off x="676657" y="713232"/>
            <a:ext cx="7390454" cy="5310133"/>
          </a:xfrm>
        </p:spPr>
        <p:txBody>
          <a:bodyPr>
            <a:normAutofit/>
          </a:bodyPr>
          <a:lstStyle/>
          <a:p>
            <a:pPr algn="ctr" fontAlgn="base"/>
            <a:r>
              <a:rPr lang="en-US" sz="3200" b="1" dirty="0"/>
              <a:t>HTTP Request/Response:</a:t>
            </a:r>
          </a:p>
          <a:p>
            <a:pPr fontAlgn="base"/>
            <a:r>
              <a:rPr lang="en-US" dirty="0"/>
              <a:t>HTTP follows a request-response model where each client request is answered by a server response, following a defined communication flow.</a:t>
            </a:r>
          </a:p>
          <a:p>
            <a:pPr fontAlgn="base"/>
            <a:r>
              <a:rPr lang="en-US" b="1" dirty="0"/>
              <a:t>Client sends request:</a:t>
            </a:r>
            <a:r>
              <a:rPr lang="en-US" dirty="0"/>
              <a:t> Sends an HTTP request with method, URL, headers, and optional body.</a:t>
            </a:r>
          </a:p>
          <a:p>
            <a:pPr fontAlgn="base"/>
            <a:r>
              <a:rPr lang="en-US" b="1" dirty="0"/>
              <a:t>Server processes request:</a:t>
            </a:r>
            <a:r>
              <a:rPr lang="en-US" dirty="0"/>
              <a:t> Handles the request and performs required operations.</a:t>
            </a:r>
          </a:p>
          <a:p>
            <a:pPr fontAlgn="base"/>
            <a:r>
              <a:rPr lang="en-US" b="1" dirty="0"/>
              <a:t>Server sends response:</a:t>
            </a:r>
            <a:r>
              <a:rPr lang="en-US" dirty="0"/>
              <a:t> Returns status code, headers, and optional data.</a:t>
            </a:r>
          </a:p>
          <a:p>
            <a:pPr fontAlgn="base"/>
            <a:r>
              <a:rPr lang="en-US" b="1" dirty="0"/>
              <a:t>Client processes response:</a:t>
            </a:r>
            <a:r>
              <a:rPr lang="en-US" dirty="0"/>
              <a:t> Renders or handles the received content.</a:t>
            </a:r>
          </a:p>
          <a:p>
            <a:pPr fontAlgn="base"/>
            <a:endParaRPr lang="en-US" dirty="0"/>
          </a:p>
        </p:txBody>
      </p:sp>
      <p:pic>
        <p:nvPicPr>
          <p:cNvPr id="4" name="Picture 3">
            <a:extLst>
              <a:ext uri="{FF2B5EF4-FFF2-40B4-BE49-F238E27FC236}">
                <a16:creationId xmlns:a16="http://schemas.microsoft.com/office/drawing/2014/main" id="{B47FB040-9B7F-FF1B-A9B9-C6AF7CDF6064}"/>
              </a:ext>
            </a:extLst>
          </p:cNvPr>
          <p:cNvPicPr>
            <a:picLocks noChangeAspect="1"/>
          </p:cNvPicPr>
          <p:nvPr/>
        </p:nvPicPr>
        <p:blipFill>
          <a:blip r:embed="rId2"/>
          <a:stretch>
            <a:fillRect/>
          </a:stretch>
        </p:blipFill>
        <p:spPr>
          <a:xfrm>
            <a:off x="1698738" y="4303776"/>
            <a:ext cx="4976558" cy="2060448"/>
          </a:xfrm>
          <a:prstGeom prst="rect">
            <a:avLst/>
          </a:prstGeom>
        </p:spPr>
      </p:pic>
    </p:spTree>
    <p:extLst>
      <p:ext uri="{BB962C8B-B14F-4D97-AF65-F5344CB8AC3E}">
        <p14:creationId xmlns:p14="http://schemas.microsoft.com/office/powerpoint/2010/main" val="2168920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01EC3-95B3-DB3E-C3BC-46749EEBE4A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502E9B-7282-C954-3E22-8185D2DFD3C1}"/>
              </a:ext>
            </a:extLst>
          </p:cNvPr>
          <p:cNvSpPr>
            <a:spLocks noGrp="1"/>
          </p:cNvSpPr>
          <p:nvPr>
            <p:ph type="sldNum" sz="quarter" idx="10"/>
          </p:nvPr>
        </p:nvSpPr>
        <p:spPr/>
        <p:txBody>
          <a:bodyPr/>
          <a:lstStyle/>
          <a:p>
            <a:fld id="{48F63A3B-78C7-47BE-AE5E-E10140E04643}" type="slidenum">
              <a:rPr lang="en-US" smtClean="0"/>
              <a:pPr/>
              <a:t>15</a:t>
            </a:fld>
            <a:endParaRPr lang="en-US" dirty="0"/>
          </a:p>
        </p:txBody>
      </p:sp>
      <p:sp>
        <p:nvSpPr>
          <p:cNvPr id="5" name="Content Placeholder 4">
            <a:extLst>
              <a:ext uri="{FF2B5EF4-FFF2-40B4-BE49-F238E27FC236}">
                <a16:creationId xmlns:a16="http://schemas.microsoft.com/office/drawing/2014/main" id="{CCEE8D3D-2F55-9D7D-E528-91E27686C86E}"/>
              </a:ext>
            </a:extLst>
          </p:cNvPr>
          <p:cNvSpPr>
            <a:spLocks noGrp="1"/>
          </p:cNvSpPr>
          <p:nvPr>
            <p:ph sz="quarter" idx="4"/>
          </p:nvPr>
        </p:nvSpPr>
        <p:spPr>
          <a:xfrm>
            <a:off x="676656" y="713232"/>
            <a:ext cx="8778239" cy="5861304"/>
          </a:xfrm>
        </p:spPr>
        <p:txBody>
          <a:bodyPr>
            <a:normAutofit fontScale="32500" lnSpcReduction="20000"/>
          </a:bodyPr>
          <a:lstStyle/>
          <a:p>
            <a:pPr algn="ctr" fontAlgn="base"/>
            <a:r>
              <a:rPr lang="en-US" sz="8000" b="1" dirty="0"/>
              <a:t>HTTP Request Circle</a:t>
            </a:r>
          </a:p>
          <a:p>
            <a:pPr fontAlgn="base"/>
            <a:r>
              <a:rPr lang="en-US" sz="4500" dirty="0"/>
              <a:t>Explains how HTTP requests work when you visit a webpage and what happens behind the scenes.</a:t>
            </a:r>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endParaRPr lang="en-US" dirty="0"/>
          </a:p>
          <a:p>
            <a:pPr fontAlgn="base"/>
            <a:r>
              <a:rPr lang="en-US" sz="3800" b="1" dirty="0"/>
              <a:t>Requested Resource: </a:t>
            </a:r>
            <a:r>
              <a:rPr lang="en-US" sz="3800" dirty="0"/>
              <a:t>Specifies the type of content being requested, such as HTML, CSS, images, or JavaScript.</a:t>
            </a:r>
          </a:p>
          <a:p>
            <a:pPr fontAlgn="base"/>
            <a:r>
              <a:rPr lang="en-US" sz="3800" b="1" dirty="0"/>
              <a:t>Resource Type:</a:t>
            </a:r>
            <a:r>
              <a:rPr lang="en-US" sz="3800" dirty="0"/>
              <a:t> Indicates the format of the requested content (HTML, CSS, image, JS, JSON, XML, etc.).</a:t>
            </a:r>
          </a:p>
          <a:p>
            <a:pPr fontAlgn="base"/>
            <a:r>
              <a:rPr lang="en-US" sz="3800" b="1" dirty="0"/>
              <a:t>Server Response: </a:t>
            </a:r>
            <a:r>
              <a:rPr lang="en-US" sz="3800" dirty="0"/>
              <a:t>The server returns the appropriate file or data based on the request.</a:t>
            </a:r>
          </a:p>
          <a:p>
            <a:pPr fontAlgn="base"/>
            <a:br>
              <a:rPr lang="en-US" dirty="0"/>
            </a:br>
            <a:endParaRPr lang="en-US" dirty="0"/>
          </a:p>
          <a:p>
            <a:pPr fontAlgn="base"/>
            <a:endParaRPr lang="en-US" dirty="0"/>
          </a:p>
        </p:txBody>
      </p:sp>
      <p:graphicFrame>
        <p:nvGraphicFramePr>
          <p:cNvPr id="2" name="Table 1">
            <a:extLst>
              <a:ext uri="{FF2B5EF4-FFF2-40B4-BE49-F238E27FC236}">
                <a16:creationId xmlns:a16="http://schemas.microsoft.com/office/drawing/2014/main" id="{C55D2300-CDF9-62E8-CD9B-7BECD7011F53}"/>
              </a:ext>
            </a:extLst>
          </p:cNvPr>
          <p:cNvGraphicFramePr>
            <a:graphicFrameLocks noGrp="1"/>
          </p:cNvGraphicFramePr>
          <p:nvPr>
            <p:extLst>
              <p:ext uri="{D42A27DB-BD31-4B8C-83A1-F6EECF244321}">
                <p14:modId xmlns:p14="http://schemas.microsoft.com/office/powerpoint/2010/main" val="325724640"/>
              </p:ext>
            </p:extLst>
          </p:nvPr>
        </p:nvGraphicFramePr>
        <p:xfrm>
          <a:off x="676656" y="1846040"/>
          <a:ext cx="7390455" cy="2689860"/>
        </p:xfrm>
        <a:graphic>
          <a:graphicData uri="http://schemas.openxmlformats.org/drawingml/2006/table">
            <a:tbl>
              <a:tblPr/>
              <a:tblGrid>
                <a:gridCol w="2463485">
                  <a:extLst>
                    <a:ext uri="{9D8B030D-6E8A-4147-A177-3AD203B41FA5}">
                      <a16:colId xmlns:a16="http://schemas.microsoft.com/office/drawing/2014/main" val="831527992"/>
                    </a:ext>
                  </a:extLst>
                </a:gridCol>
                <a:gridCol w="2463485">
                  <a:extLst>
                    <a:ext uri="{9D8B030D-6E8A-4147-A177-3AD203B41FA5}">
                      <a16:colId xmlns:a16="http://schemas.microsoft.com/office/drawing/2014/main" val="2289875516"/>
                    </a:ext>
                  </a:extLst>
                </a:gridCol>
                <a:gridCol w="2463485">
                  <a:extLst>
                    <a:ext uri="{9D8B030D-6E8A-4147-A177-3AD203B41FA5}">
                      <a16:colId xmlns:a16="http://schemas.microsoft.com/office/drawing/2014/main" val="2042902602"/>
                    </a:ext>
                  </a:extLst>
                </a:gridCol>
              </a:tblGrid>
              <a:tr h="0">
                <a:tc>
                  <a:txBody>
                    <a:bodyPr/>
                    <a:lstStyle/>
                    <a:p>
                      <a:pPr algn="ctr" fontAlgn="base">
                        <a:buNone/>
                      </a:pPr>
                      <a:r>
                        <a:rPr lang="en-US" sz="1400" b="1">
                          <a:effectLst/>
                          <a:latin typeface="Nunito" pitchFamily="2" charset="0"/>
                        </a:rPr>
                        <a:t>Requested Resource</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dirty="0">
                          <a:effectLst/>
                          <a:latin typeface="Nunito" pitchFamily="2" charset="0"/>
                        </a:rPr>
                        <a:t>Resource Type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a:effectLst/>
                          <a:latin typeface="Nunito" pitchFamily="2" charset="0"/>
                        </a:rPr>
                        <a:t>Server Response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031879481"/>
                  </a:ext>
                </a:extLst>
              </a:tr>
              <a:tr h="0">
                <a:tc>
                  <a:txBody>
                    <a:bodyPr/>
                    <a:lstStyle/>
                    <a:p>
                      <a:pPr algn="ctr" fontAlgn="ctr">
                        <a:buNone/>
                      </a:pPr>
                      <a:r>
                        <a:rPr lang="en-US" sz="1250" b="0">
                          <a:effectLst/>
                          <a:latin typeface="Nunito" pitchFamily="2" charset="0"/>
                        </a:rPr>
                        <a:t>HTML Page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HTML</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Server sends HTML file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26171778"/>
                  </a:ext>
                </a:extLst>
              </a:tr>
              <a:tr h="0">
                <a:tc>
                  <a:txBody>
                    <a:bodyPr/>
                    <a:lstStyle/>
                    <a:p>
                      <a:pPr algn="ctr" fontAlgn="ctr">
                        <a:buNone/>
                      </a:pPr>
                      <a:r>
                        <a:rPr lang="en-US" sz="1250" b="0">
                          <a:effectLst/>
                          <a:latin typeface="Nunito" pitchFamily="2" charset="0"/>
                        </a:rPr>
                        <a:t>Style Sheet (CSS)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CSS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Server sends CSS file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74552582"/>
                  </a:ext>
                </a:extLst>
              </a:tr>
              <a:tr h="0">
                <a:tc>
                  <a:txBody>
                    <a:bodyPr/>
                    <a:lstStyle/>
                    <a:p>
                      <a:pPr algn="ctr" fontAlgn="ctr">
                        <a:buNone/>
                      </a:pPr>
                      <a:r>
                        <a:rPr lang="en-US" sz="1250" b="0">
                          <a:effectLst/>
                          <a:latin typeface="Nunito" pitchFamily="2" charset="0"/>
                        </a:rPr>
                        <a:t>Image (JPG)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Image (JPG)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Server sends JPG image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46674013"/>
                  </a:ext>
                </a:extLst>
              </a:tr>
              <a:tr h="0">
                <a:tc>
                  <a:txBody>
                    <a:bodyPr/>
                    <a:lstStyle/>
                    <a:p>
                      <a:pPr algn="ctr" fontAlgn="ctr">
                        <a:buNone/>
                      </a:pPr>
                      <a:r>
                        <a:rPr lang="en-US" sz="1250" b="0">
                          <a:effectLst/>
                          <a:latin typeface="Nunito" pitchFamily="2" charset="0"/>
                        </a:rPr>
                        <a:t>JavaScript Code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JavaScript (JS)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Server sends JS file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62412201"/>
                  </a:ext>
                </a:extLst>
              </a:tr>
              <a:tr h="0">
                <a:tc>
                  <a:txBody>
                    <a:bodyPr/>
                    <a:lstStyle/>
                    <a:p>
                      <a:pPr algn="ctr" fontAlgn="ctr">
                        <a:buNone/>
                      </a:pPr>
                      <a:r>
                        <a:rPr lang="en-US" sz="1250" b="0">
                          <a:effectLst/>
                          <a:latin typeface="Nunito" pitchFamily="2" charset="0"/>
                        </a:rPr>
                        <a:t>Data (XML or JSON)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latin typeface="Nunito" pitchFamily="2" charset="0"/>
                        </a:rPr>
                        <a:t>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dirty="0">
                          <a:effectLst/>
                          <a:latin typeface="Nunito" pitchFamily="2" charset="0"/>
                        </a:rPr>
                        <a:t>Server sends XML/JSON 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52165171"/>
                  </a:ext>
                </a:extLst>
              </a:tr>
            </a:tbl>
          </a:graphicData>
        </a:graphic>
      </p:graphicFrame>
    </p:spTree>
    <p:extLst>
      <p:ext uri="{BB962C8B-B14F-4D97-AF65-F5344CB8AC3E}">
        <p14:creationId xmlns:p14="http://schemas.microsoft.com/office/powerpoint/2010/main" val="541666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3FF48-52D4-3747-270F-E6E49D359CD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7C62E12-EBBE-008F-8853-ED01A1B131F7}"/>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
        <p:nvSpPr>
          <p:cNvPr id="5" name="Content Placeholder 4">
            <a:extLst>
              <a:ext uri="{FF2B5EF4-FFF2-40B4-BE49-F238E27FC236}">
                <a16:creationId xmlns:a16="http://schemas.microsoft.com/office/drawing/2014/main" id="{0144C0A7-D83D-3CDC-4EFD-F6D5D866B6A5}"/>
              </a:ext>
            </a:extLst>
          </p:cNvPr>
          <p:cNvSpPr>
            <a:spLocks noGrp="1"/>
          </p:cNvSpPr>
          <p:nvPr>
            <p:ph sz="quarter" idx="4"/>
          </p:nvPr>
        </p:nvSpPr>
        <p:spPr>
          <a:xfrm>
            <a:off x="676656" y="713232"/>
            <a:ext cx="8778239" cy="5861304"/>
          </a:xfrm>
        </p:spPr>
        <p:txBody>
          <a:bodyPr>
            <a:normAutofit/>
          </a:bodyPr>
          <a:lstStyle/>
          <a:p>
            <a:pPr algn="ctr" fontAlgn="base"/>
            <a:r>
              <a:rPr lang="en-US" sz="3200" b="1" dirty="0"/>
              <a:t>HTTP Request and Response Components</a:t>
            </a:r>
          </a:p>
          <a:p>
            <a:pPr algn="ctr" fontAlgn="base"/>
            <a:endParaRPr lang="en-US" sz="8000" b="1" dirty="0"/>
          </a:p>
        </p:txBody>
      </p:sp>
      <p:graphicFrame>
        <p:nvGraphicFramePr>
          <p:cNvPr id="4" name="Table 3">
            <a:extLst>
              <a:ext uri="{FF2B5EF4-FFF2-40B4-BE49-F238E27FC236}">
                <a16:creationId xmlns:a16="http://schemas.microsoft.com/office/drawing/2014/main" id="{C2209DE1-9347-1C6C-BFB5-EA4EC6487312}"/>
              </a:ext>
            </a:extLst>
          </p:cNvPr>
          <p:cNvGraphicFramePr>
            <a:graphicFrameLocks noGrp="1"/>
          </p:cNvGraphicFramePr>
          <p:nvPr>
            <p:extLst>
              <p:ext uri="{D42A27DB-BD31-4B8C-83A1-F6EECF244321}">
                <p14:modId xmlns:p14="http://schemas.microsoft.com/office/powerpoint/2010/main" val="20037107"/>
              </p:ext>
            </p:extLst>
          </p:nvPr>
        </p:nvGraphicFramePr>
        <p:xfrm>
          <a:off x="457073" y="1686020"/>
          <a:ext cx="8366888" cy="4290060"/>
        </p:xfrm>
        <a:graphic>
          <a:graphicData uri="http://schemas.openxmlformats.org/drawingml/2006/table">
            <a:tbl>
              <a:tblPr/>
              <a:tblGrid>
                <a:gridCol w="3136519">
                  <a:extLst>
                    <a:ext uri="{9D8B030D-6E8A-4147-A177-3AD203B41FA5}">
                      <a16:colId xmlns:a16="http://schemas.microsoft.com/office/drawing/2014/main" val="1237205208"/>
                    </a:ext>
                  </a:extLst>
                </a:gridCol>
                <a:gridCol w="5230369">
                  <a:extLst>
                    <a:ext uri="{9D8B030D-6E8A-4147-A177-3AD203B41FA5}">
                      <a16:colId xmlns:a16="http://schemas.microsoft.com/office/drawing/2014/main" val="3246966267"/>
                    </a:ext>
                  </a:extLst>
                </a:gridCol>
              </a:tblGrid>
              <a:tr h="403860">
                <a:tc>
                  <a:txBody>
                    <a:bodyPr/>
                    <a:lstStyle/>
                    <a:p>
                      <a:pPr algn="ctr" fontAlgn="base">
                        <a:buNone/>
                      </a:pPr>
                      <a:r>
                        <a:rPr lang="en-US" sz="1400" b="1">
                          <a:effectLst/>
                          <a:latin typeface="Nunito" pitchFamily="2" charset="0"/>
                        </a:rPr>
                        <a:t>Concept</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a:effectLst/>
                          <a:latin typeface="Nunito" pitchFamily="2" charset="0"/>
                        </a:rPr>
                        <a:t>Description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94004397"/>
                  </a:ext>
                </a:extLst>
              </a:tr>
              <a:tr h="647700">
                <a:tc>
                  <a:txBody>
                    <a:bodyPr/>
                    <a:lstStyle/>
                    <a:p>
                      <a:pPr algn="ctr" fontAlgn="ctr">
                        <a:buNone/>
                      </a:pPr>
                      <a:r>
                        <a:rPr lang="en-US" sz="1200" b="0">
                          <a:effectLst/>
                          <a:latin typeface="Nunito" pitchFamily="2" charset="0"/>
                        </a:rPr>
                        <a:t>HTTP Request Headers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00" b="0">
                          <a:effectLst/>
                          <a:latin typeface="Nunito" pitchFamily="2" charset="0"/>
                        </a:rPr>
                        <a:t>Key-value pairs sent with the request that provide client details, preferences and request metadata.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88386816"/>
                  </a:ext>
                </a:extLst>
              </a:tr>
              <a:tr h="647700">
                <a:tc>
                  <a:txBody>
                    <a:bodyPr/>
                    <a:lstStyle/>
                    <a:p>
                      <a:pPr algn="ctr" fontAlgn="ctr">
                        <a:buNone/>
                      </a:pPr>
                      <a:r>
                        <a:rPr lang="en-US" sz="1200" b="0">
                          <a:effectLst/>
                          <a:latin typeface="Nunito" pitchFamily="2" charset="0"/>
                        </a:rPr>
                        <a:t>HTTP Request Body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00" b="0">
                          <a:effectLst/>
                          <a:latin typeface="Nunito" pitchFamily="2" charset="0"/>
                        </a:rPr>
                        <a:t>Contains data sent to the server, such as form data, credentials, or payload content.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97024757"/>
                  </a:ext>
                </a:extLst>
              </a:tr>
              <a:tr h="647700">
                <a:tc>
                  <a:txBody>
                    <a:bodyPr/>
                    <a:lstStyle/>
                    <a:p>
                      <a:pPr algn="ctr" fontAlgn="ctr">
                        <a:buNone/>
                      </a:pPr>
                      <a:r>
                        <a:rPr lang="en-US" sz="1200" b="0">
                          <a:effectLst/>
                          <a:latin typeface="Nunito" pitchFamily="2" charset="0"/>
                        </a:rPr>
                        <a:t>HTTP Response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00" b="0">
                          <a:effectLst/>
                          <a:latin typeface="Nunito" pitchFamily="2" charset="0"/>
                        </a:rPr>
                        <a:t>Server’s reply to a request, including status code, headers, and an optional body.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02374028"/>
                  </a:ext>
                </a:extLst>
              </a:tr>
              <a:tr h="647700">
                <a:tc>
                  <a:txBody>
                    <a:bodyPr/>
                    <a:lstStyle/>
                    <a:p>
                      <a:pPr algn="ctr" fontAlgn="ctr">
                        <a:buNone/>
                      </a:pPr>
                      <a:r>
                        <a:rPr lang="en-US" sz="1200" b="0">
                          <a:effectLst/>
                          <a:latin typeface="Nunito" pitchFamily="2" charset="0"/>
                        </a:rPr>
                        <a:t>HTTP Status Codes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00" b="0">
                          <a:effectLst/>
                          <a:latin typeface="Nunito" pitchFamily="2" charset="0"/>
                        </a:rPr>
                        <a:t>Three-digit codes indicating request results (1xx informational, 2xx success, 3xx redirection, 4xx client error, 5xx server error).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8864812"/>
                  </a:ext>
                </a:extLst>
              </a:tr>
              <a:tr h="647700">
                <a:tc>
                  <a:txBody>
                    <a:bodyPr/>
                    <a:lstStyle/>
                    <a:p>
                      <a:pPr algn="ctr" fontAlgn="ctr">
                        <a:buNone/>
                      </a:pPr>
                      <a:r>
                        <a:rPr lang="en-US" sz="1200" b="0">
                          <a:effectLst/>
                          <a:latin typeface="Nunito" pitchFamily="2" charset="0"/>
                        </a:rPr>
                        <a:t>HTTP Response Headers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00" b="0">
                          <a:effectLst/>
                          <a:latin typeface="Nunito" pitchFamily="2" charset="0"/>
                        </a:rPr>
                        <a:t>Metadata describing the response, such as content type, language, and encoding.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43713073"/>
                  </a:ext>
                </a:extLst>
              </a:tr>
              <a:tr h="647700">
                <a:tc>
                  <a:txBody>
                    <a:bodyPr/>
                    <a:lstStyle/>
                    <a:p>
                      <a:pPr algn="ctr" fontAlgn="ctr">
                        <a:buNone/>
                      </a:pPr>
                      <a:r>
                        <a:rPr lang="en-US" sz="1200" b="0">
                          <a:effectLst/>
                          <a:latin typeface="Nunito" pitchFamily="2" charset="0"/>
                        </a:rPr>
                        <a:t>HTTP Response Body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00" b="0" dirty="0">
                          <a:effectLst/>
                          <a:latin typeface="Nunito" pitchFamily="2" charset="0"/>
                        </a:rPr>
                        <a:t>Actual content returned by the server, such as HTML, JSON, images, or other 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06708014"/>
                  </a:ext>
                </a:extLst>
              </a:tr>
            </a:tbl>
          </a:graphicData>
        </a:graphic>
      </p:graphicFrame>
    </p:spTree>
    <p:extLst>
      <p:ext uri="{BB962C8B-B14F-4D97-AF65-F5344CB8AC3E}">
        <p14:creationId xmlns:p14="http://schemas.microsoft.com/office/powerpoint/2010/main" val="1437478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EAFCE-7901-35B5-230C-D4D3FE2EE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72611-F925-897A-14A6-B96B06D600E3}"/>
              </a:ext>
            </a:extLst>
          </p:cNvPr>
          <p:cNvSpPr>
            <a:spLocks noGrp="1"/>
          </p:cNvSpPr>
          <p:nvPr>
            <p:ph type="title"/>
          </p:nvPr>
        </p:nvSpPr>
        <p:spPr>
          <a:xfrm>
            <a:off x="4364809" y="1057274"/>
            <a:ext cx="7043617" cy="2520217"/>
          </a:xfrm>
        </p:spPr>
        <p:txBody>
          <a:bodyPr/>
          <a:lstStyle/>
          <a:p>
            <a:r>
              <a:rPr lang="en-US" dirty="0"/>
              <a:t>Structure of HTML Documents</a:t>
            </a:r>
          </a:p>
        </p:txBody>
      </p:sp>
      <p:sp>
        <p:nvSpPr>
          <p:cNvPr id="3" name="Slide Number Placeholder 2">
            <a:extLst>
              <a:ext uri="{FF2B5EF4-FFF2-40B4-BE49-F238E27FC236}">
                <a16:creationId xmlns:a16="http://schemas.microsoft.com/office/drawing/2014/main" id="{F74298EB-421A-89EC-0348-B8B46AE8DFCF}"/>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2913152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61DC8-9980-0D1E-4F63-843467600AE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F7B73C9-A5A4-639B-2203-966985A18806}"/>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
        <p:nvSpPr>
          <p:cNvPr id="5" name="Content Placeholder 4">
            <a:extLst>
              <a:ext uri="{FF2B5EF4-FFF2-40B4-BE49-F238E27FC236}">
                <a16:creationId xmlns:a16="http://schemas.microsoft.com/office/drawing/2014/main" id="{2E77E1B1-F663-0EAF-0F07-66DEA1F954D0}"/>
              </a:ext>
            </a:extLst>
          </p:cNvPr>
          <p:cNvSpPr>
            <a:spLocks noGrp="1"/>
          </p:cNvSpPr>
          <p:nvPr>
            <p:ph sz="quarter" idx="4"/>
          </p:nvPr>
        </p:nvSpPr>
        <p:spPr>
          <a:xfrm>
            <a:off x="365760" y="256032"/>
            <a:ext cx="11512296" cy="6318504"/>
          </a:xfrm>
        </p:spPr>
        <p:txBody>
          <a:bodyPr>
            <a:normAutofit/>
          </a:bodyPr>
          <a:lstStyle/>
          <a:p>
            <a:pPr fontAlgn="base"/>
            <a:r>
              <a:rPr lang="en-US" sz="2000" b="1" dirty="0"/>
              <a:t>What is an HTML Document?</a:t>
            </a:r>
          </a:p>
          <a:p>
            <a:pPr fontAlgn="base"/>
            <a:r>
              <a:rPr lang="en-US" dirty="0"/>
              <a:t>HTML is a markup language used for structuring content on the web. It consists of elements (tags) that describe the content and structure of a </a:t>
            </a:r>
            <a:r>
              <a:rPr lang="en-US" u="sng" dirty="0">
                <a:hlinkClick r:id="rId2"/>
              </a:rPr>
              <a:t>webpage.</a:t>
            </a:r>
            <a:r>
              <a:rPr lang="en-US" dirty="0"/>
              <a:t> </a:t>
            </a:r>
          </a:p>
          <a:p>
            <a:pPr fontAlgn="base"/>
            <a:r>
              <a:rPr lang="en-US" dirty="0"/>
              <a:t>These elements are enclosed in angle brackets (&lt; &gt;) and come in pairs, such as opening and closing tags. </a:t>
            </a:r>
          </a:p>
          <a:p>
            <a:pPr fontAlgn="base"/>
            <a:r>
              <a:rPr lang="en-US" dirty="0"/>
              <a:t>HTML helps browsers interpret and display content like text,</a:t>
            </a:r>
            <a:r>
              <a:rPr lang="en-US" u="sng" dirty="0">
                <a:hlinkClick r:id="rId3"/>
              </a:rPr>
              <a:t> images</a:t>
            </a:r>
            <a:r>
              <a:rPr lang="en-US" dirty="0"/>
              <a:t>,</a:t>
            </a:r>
            <a:r>
              <a:rPr lang="en-US" u="sng" dirty="0">
                <a:hlinkClick r:id="rId4"/>
              </a:rPr>
              <a:t> links, </a:t>
            </a:r>
            <a:r>
              <a:rPr lang="en-US" dirty="0"/>
              <a:t>videos, and more.</a:t>
            </a:r>
          </a:p>
          <a:p>
            <a:pPr fontAlgn="base"/>
            <a:r>
              <a:rPr lang="en-US" b="1" dirty="0"/>
              <a:t>Structure of an HTML Document</a:t>
            </a:r>
          </a:p>
          <a:p>
            <a:pPr fontAlgn="base"/>
            <a:r>
              <a:rPr lang="en-US" dirty="0"/>
              <a:t>An </a:t>
            </a:r>
            <a:r>
              <a:rPr lang="en-US" u="sng" dirty="0">
                <a:hlinkClick r:id="rId5"/>
              </a:rPr>
              <a:t>HTML </a:t>
            </a:r>
            <a:r>
              <a:rPr lang="en-US" dirty="0"/>
              <a:t>document is essentially a series of nested elements that work together to form a complete webpage. </a:t>
            </a:r>
          </a:p>
          <a:p>
            <a:pPr fontAlgn="base"/>
            <a:r>
              <a:rPr lang="en-US" dirty="0"/>
              <a:t>The document follows a standard structure to ensure consistency and compatibility across different browsers.</a:t>
            </a:r>
          </a:p>
          <a:p>
            <a:pPr algn="ctr" fontAlgn="base"/>
            <a:endParaRPr lang="en-US" sz="8000" b="1" dirty="0"/>
          </a:p>
        </p:txBody>
      </p:sp>
      <p:graphicFrame>
        <p:nvGraphicFramePr>
          <p:cNvPr id="6" name="Table 5">
            <a:extLst>
              <a:ext uri="{FF2B5EF4-FFF2-40B4-BE49-F238E27FC236}">
                <a16:creationId xmlns:a16="http://schemas.microsoft.com/office/drawing/2014/main" id="{81A01656-46EC-7782-7547-B031AD98D551}"/>
              </a:ext>
            </a:extLst>
          </p:cNvPr>
          <p:cNvGraphicFramePr>
            <a:graphicFrameLocks noGrp="1"/>
          </p:cNvGraphicFramePr>
          <p:nvPr>
            <p:extLst>
              <p:ext uri="{D42A27DB-BD31-4B8C-83A1-F6EECF244321}">
                <p14:modId xmlns:p14="http://schemas.microsoft.com/office/powerpoint/2010/main" val="4209556856"/>
              </p:ext>
            </p:extLst>
          </p:nvPr>
        </p:nvGraphicFramePr>
        <p:xfrm>
          <a:off x="632968" y="3508586"/>
          <a:ext cx="8128000" cy="3063240"/>
        </p:xfrm>
        <a:graphic>
          <a:graphicData uri="http://schemas.openxmlformats.org/drawingml/2006/table">
            <a:tbl>
              <a:tblPr firstRow="1" bandRow="1">
                <a:tableStyleId>{3B4B98B0-60AC-42C2-AFA5-B58CD77FA1E5}</a:tableStyleId>
              </a:tblPr>
              <a:tblGrid>
                <a:gridCol w="8128000">
                  <a:extLst>
                    <a:ext uri="{9D8B030D-6E8A-4147-A177-3AD203B41FA5}">
                      <a16:colId xmlns:a16="http://schemas.microsoft.com/office/drawing/2014/main" val="2021484122"/>
                    </a:ext>
                  </a:extLst>
                </a:gridCol>
              </a:tblGrid>
              <a:tr h="370840">
                <a:tc>
                  <a:txBody>
                    <a:bodyPr/>
                    <a:lstStyle/>
                    <a:p>
                      <a:pPr algn="just" fontAlgn="base"/>
                      <a:r>
                        <a:rPr lang="en-US" sz="1300" dirty="0"/>
                        <a:t>&lt;!DOCTYPE html&gt;</a:t>
                      </a:r>
                    </a:p>
                    <a:p>
                      <a:pPr algn="just" fontAlgn="base"/>
                      <a:r>
                        <a:rPr lang="en-US" sz="1300" dirty="0"/>
                        <a:t>&lt;html lang="</a:t>
                      </a:r>
                      <a:r>
                        <a:rPr lang="en-US" sz="1300" dirty="0" err="1"/>
                        <a:t>en</a:t>
                      </a:r>
                      <a:r>
                        <a:rPr lang="en-US" sz="1300" dirty="0"/>
                        <a:t>"&gt;</a:t>
                      </a:r>
                    </a:p>
                    <a:p>
                      <a:pPr algn="just" fontAlgn="base"/>
                      <a:r>
                        <a:rPr lang="en-US" sz="1300" dirty="0"/>
                        <a:t>&lt;head&gt;</a:t>
                      </a:r>
                    </a:p>
                    <a:p>
                      <a:pPr algn="just" fontAlgn="base"/>
                      <a:r>
                        <a:rPr lang="en-US" sz="1300" dirty="0"/>
                        <a:t>    &lt;meta charset="UTF-8" /&gt;</a:t>
                      </a:r>
                    </a:p>
                    <a:p>
                      <a:pPr algn="just" fontAlgn="base"/>
                      <a:r>
                        <a:rPr lang="en-US" sz="1300" dirty="0"/>
                        <a:t>    &lt;meta name="viewport" content=</a:t>
                      </a:r>
                    </a:p>
                    <a:p>
                      <a:pPr algn="just" fontAlgn="base"/>
                      <a:r>
                        <a:rPr lang="en-US" sz="1300" dirty="0"/>
                        <a:t>        "width=device-width, initial-scale=1.0" /&gt;</a:t>
                      </a:r>
                    </a:p>
                    <a:p>
                      <a:pPr algn="just" fontAlgn="base"/>
                      <a:r>
                        <a:rPr lang="en-US" sz="1300" dirty="0"/>
                        <a:t>    &lt;title&gt;Structure of HTML Document&lt;/title&gt;</a:t>
                      </a:r>
                    </a:p>
                    <a:p>
                      <a:pPr algn="just" fontAlgn="base"/>
                      <a:r>
                        <a:rPr lang="en-US" sz="1300" dirty="0"/>
                        <a:t>&lt;/head&gt;</a:t>
                      </a:r>
                    </a:p>
                    <a:p>
                      <a:pPr algn="just" fontAlgn="base"/>
                      <a:r>
                        <a:rPr lang="en-US" sz="1300" dirty="0"/>
                        <a:t>&lt;body&gt;</a:t>
                      </a:r>
                    </a:p>
                    <a:p>
                      <a:pPr algn="just" fontAlgn="base"/>
                      <a:r>
                        <a:rPr lang="en-US" sz="1300" dirty="0"/>
                        <a:t>    &lt;!-- Main content of website --&gt;</a:t>
                      </a:r>
                    </a:p>
                    <a:p>
                      <a:pPr algn="just" fontAlgn="base"/>
                      <a:r>
                        <a:rPr lang="en-US" sz="1300" dirty="0"/>
                        <a:t>    &lt;h1&gt;</a:t>
                      </a:r>
                      <a:r>
                        <a:rPr lang="en-US" sz="1300" dirty="0" err="1"/>
                        <a:t>GeeksforGeeks</a:t>
                      </a:r>
                      <a:r>
                        <a:rPr lang="en-US" sz="1300" dirty="0"/>
                        <a:t>&lt;/h1&gt;</a:t>
                      </a:r>
                    </a:p>
                    <a:p>
                      <a:pPr algn="just" fontAlgn="base"/>
                      <a:r>
                        <a:rPr lang="en-US" sz="1300" dirty="0"/>
                        <a:t>    &lt;p&gt;A computer science portal for geeks&lt;/p&gt;</a:t>
                      </a:r>
                    </a:p>
                    <a:p>
                      <a:pPr algn="just" fontAlgn="base"/>
                      <a:r>
                        <a:rPr lang="en-US" sz="1300" dirty="0"/>
                        <a:t>&lt;/body&gt;</a:t>
                      </a:r>
                    </a:p>
                    <a:p>
                      <a:pPr algn="just" fontAlgn="base"/>
                      <a:r>
                        <a:rPr lang="en-US" sz="1300" dirty="0"/>
                        <a:t>&lt;/html&gt;</a:t>
                      </a:r>
                    </a:p>
                    <a:p>
                      <a:pPr algn="just"/>
                      <a:endParaRPr lang="en-US" sz="1300" dirty="0"/>
                    </a:p>
                  </a:txBody>
                  <a:tcPr/>
                </a:tc>
                <a:extLst>
                  <a:ext uri="{0D108BD9-81ED-4DB2-BD59-A6C34878D82A}">
                    <a16:rowId xmlns:a16="http://schemas.microsoft.com/office/drawing/2014/main" val="2815107751"/>
                  </a:ext>
                </a:extLst>
              </a:tr>
            </a:tbl>
          </a:graphicData>
        </a:graphic>
      </p:graphicFrame>
    </p:spTree>
    <p:extLst>
      <p:ext uri="{BB962C8B-B14F-4D97-AF65-F5344CB8AC3E}">
        <p14:creationId xmlns:p14="http://schemas.microsoft.com/office/powerpoint/2010/main" val="941392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171F0-B6DF-505D-BCC6-84BEF515DD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94350AB-BA77-2A48-CF04-46E9EACAFAB4}"/>
              </a:ext>
            </a:extLst>
          </p:cNvPr>
          <p:cNvSpPr>
            <a:spLocks noGrp="1"/>
          </p:cNvSpPr>
          <p:nvPr>
            <p:ph type="sldNum" sz="quarter" idx="10"/>
          </p:nvPr>
        </p:nvSpPr>
        <p:spPr/>
        <p:txBody>
          <a:bodyPr/>
          <a:lstStyle/>
          <a:p>
            <a:fld id="{48F63A3B-78C7-47BE-AE5E-E10140E04643}" type="slidenum">
              <a:rPr lang="en-US" smtClean="0"/>
              <a:pPr/>
              <a:t>19</a:t>
            </a:fld>
            <a:endParaRPr lang="en-US" dirty="0"/>
          </a:p>
        </p:txBody>
      </p:sp>
      <p:sp>
        <p:nvSpPr>
          <p:cNvPr id="5" name="Content Placeholder 4">
            <a:extLst>
              <a:ext uri="{FF2B5EF4-FFF2-40B4-BE49-F238E27FC236}">
                <a16:creationId xmlns:a16="http://schemas.microsoft.com/office/drawing/2014/main" id="{60B6C0DA-7181-0EC2-6684-82DD7A6F8FE8}"/>
              </a:ext>
            </a:extLst>
          </p:cNvPr>
          <p:cNvSpPr>
            <a:spLocks noGrp="1"/>
          </p:cNvSpPr>
          <p:nvPr>
            <p:ph sz="quarter" idx="4"/>
          </p:nvPr>
        </p:nvSpPr>
        <p:spPr>
          <a:xfrm>
            <a:off x="365760" y="256032"/>
            <a:ext cx="11512296" cy="6318504"/>
          </a:xfrm>
        </p:spPr>
        <p:txBody>
          <a:bodyPr>
            <a:normAutofit/>
          </a:bodyPr>
          <a:lstStyle/>
          <a:p>
            <a:pPr fontAlgn="base"/>
            <a:r>
              <a:rPr lang="en-US" dirty="0"/>
              <a:t>each part of this structure to understand its function and importance.</a:t>
            </a:r>
          </a:p>
          <a:p>
            <a:pPr fontAlgn="base"/>
            <a:r>
              <a:rPr lang="en-US" b="1" dirty="0"/>
              <a:t>1. &lt;!DOCTYPE html&gt;: Declaring the Document Type</a:t>
            </a:r>
          </a:p>
          <a:p>
            <a:pPr fontAlgn="base"/>
            <a:r>
              <a:rPr lang="en-US" dirty="0"/>
              <a:t>The &lt;!DOCTYPE html&gt; declaration is used to specify the version of HTML. In this case, it indicates that the document is written in HTML5, which is the latest version of HTML.</a:t>
            </a:r>
          </a:p>
          <a:p>
            <a:pPr fontAlgn="base"/>
            <a:r>
              <a:rPr lang="en-US" b="1" dirty="0"/>
              <a:t>2. &lt;html&gt;: The Root Element</a:t>
            </a:r>
          </a:p>
          <a:p>
            <a:pPr fontAlgn="base"/>
            <a:r>
              <a:rPr lang="en-US" dirty="0"/>
              <a:t>The &lt;html&gt; element is the root element of the HTML document. Everything inside this element is considered part of the HTML document.</a:t>
            </a:r>
          </a:p>
          <a:p>
            <a:pPr fontAlgn="base"/>
            <a:r>
              <a:rPr lang="en-US" b="1" dirty="0"/>
              <a:t>3. &lt;head&gt;:Metadata of the Document</a:t>
            </a:r>
          </a:p>
          <a:p>
            <a:pPr fontAlgn="base"/>
            <a:r>
              <a:rPr lang="en-US" dirty="0"/>
              <a:t>The </a:t>
            </a:r>
            <a:r>
              <a:rPr lang="en-US" u="sng" dirty="0">
                <a:hlinkClick r:id="rId2"/>
              </a:rPr>
              <a:t>&lt;head&gt;</a:t>
            </a:r>
            <a:r>
              <a:rPr lang="en-US" dirty="0"/>
              <a:t> section contains metadata about the document that isn't displayed on the webpage. This section includes important elements like:</a:t>
            </a:r>
          </a:p>
          <a:p>
            <a:pPr fontAlgn="base"/>
            <a:r>
              <a:rPr lang="en-US" b="1" dirty="0"/>
              <a:t>&lt;meta charset="UTF-8"&gt;: </a:t>
            </a:r>
            <a:r>
              <a:rPr lang="en-US" dirty="0"/>
              <a:t>Specifies the character encoding for the document (UTF-8 supports most characters from all languages).</a:t>
            </a:r>
          </a:p>
          <a:p>
            <a:pPr fontAlgn="base"/>
            <a:r>
              <a:rPr lang="en-US" b="1" dirty="0"/>
              <a:t>&lt;meta name="viewport" content="width=device-width, initial-scale=1.0"&gt;:</a:t>
            </a:r>
            <a:r>
              <a:rPr lang="en-US" dirty="0"/>
              <a:t> Controls the layout on mobile devices by setting the viewport width and scaling.</a:t>
            </a:r>
          </a:p>
          <a:p>
            <a:pPr fontAlgn="base"/>
            <a:r>
              <a:rPr lang="en-US" b="1" dirty="0"/>
              <a:t>4. &lt;body&gt;:Visible Content of the Webpage</a:t>
            </a:r>
          </a:p>
          <a:p>
            <a:pPr fontAlgn="base"/>
            <a:r>
              <a:rPr lang="en-US" dirty="0"/>
              <a:t>The </a:t>
            </a:r>
            <a:r>
              <a:rPr lang="en-US" u="sng" dirty="0">
                <a:hlinkClick r:id="rId3"/>
              </a:rPr>
              <a:t>&lt;body&gt;</a:t>
            </a:r>
            <a:r>
              <a:rPr lang="en-US" dirty="0"/>
              <a:t> tag contains the actual content of the webpage that will be visible to users, such as text, images, and links.</a:t>
            </a:r>
          </a:p>
          <a:p>
            <a:pPr algn="ctr" fontAlgn="base"/>
            <a:endParaRPr lang="en-US" sz="8000" b="1" dirty="0"/>
          </a:p>
        </p:txBody>
      </p:sp>
    </p:spTree>
    <p:extLst>
      <p:ext uri="{BB962C8B-B14F-4D97-AF65-F5344CB8AC3E}">
        <p14:creationId xmlns:p14="http://schemas.microsoft.com/office/powerpoint/2010/main" val="1264658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971E1-3157-F2C5-C609-31F4244CA15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666E8FD-DB2C-DBA1-416A-2654751E18B3}"/>
              </a:ext>
            </a:extLst>
          </p:cNvPr>
          <p:cNvSpPr>
            <a:spLocks noGrp="1"/>
          </p:cNvSpPr>
          <p:nvPr>
            <p:ph type="sldNum" sz="quarter" idx="10"/>
          </p:nvPr>
        </p:nvSpPr>
        <p:spPr/>
        <p:txBody>
          <a:bodyPr/>
          <a:lstStyle/>
          <a:p>
            <a:fld id="{48F63A3B-78C7-47BE-AE5E-E10140E04643}" type="slidenum">
              <a:rPr lang="en-US" smtClean="0"/>
              <a:pPr/>
              <a:t>20</a:t>
            </a:fld>
            <a:endParaRPr lang="en-US" dirty="0"/>
          </a:p>
        </p:txBody>
      </p:sp>
      <p:sp>
        <p:nvSpPr>
          <p:cNvPr id="5" name="Content Placeholder 4">
            <a:extLst>
              <a:ext uri="{FF2B5EF4-FFF2-40B4-BE49-F238E27FC236}">
                <a16:creationId xmlns:a16="http://schemas.microsoft.com/office/drawing/2014/main" id="{9C98C9E5-140B-DE6C-758F-5EFC797A5045}"/>
              </a:ext>
            </a:extLst>
          </p:cNvPr>
          <p:cNvSpPr>
            <a:spLocks noGrp="1"/>
          </p:cNvSpPr>
          <p:nvPr>
            <p:ph sz="quarter" idx="4"/>
          </p:nvPr>
        </p:nvSpPr>
        <p:spPr>
          <a:xfrm>
            <a:off x="365760" y="256032"/>
            <a:ext cx="11512296" cy="6318504"/>
          </a:xfrm>
        </p:spPr>
        <p:txBody>
          <a:bodyPr>
            <a:normAutofit/>
          </a:bodyPr>
          <a:lstStyle/>
          <a:p>
            <a:pPr algn="ctr" fontAlgn="base"/>
            <a:r>
              <a:rPr lang="en-US" sz="3200" b="1" dirty="0"/>
              <a:t>Tags and Elements for Structuring an HTML Document</a:t>
            </a:r>
          </a:p>
          <a:p>
            <a:pPr algn="just" fontAlgn="base"/>
            <a:r>
              <a:rPr lang="en-US" dirty="0"/>
              <a:t>HTML tags are structural components enclosed in angle brackets. They are typically opened and closed with a forward slash (e.g., </a:t>
            </a:r>
            <a:r>
              <a:rPr lang="en-US" u="sng" dirty="0">
                <a:hlinkClick r:id="rId2"/>
              </a:rPr>
              <a:t>&lt;h1&gt;&lt;/h1&gt;)</a:t>
            </a:r>
            <a:r>
              <a:rPr lang="en-US" dirty="0"/>
              <a:t>. Some tags are self-closing, while others support attributes like width, height, and controls for defining properties or storing metadata.</a:t>
            </a:r>
          </a:p>
          <a:p>
            <a:pPr algn="just" fontAlgn="base"/>
            <a:r>
              <a:rPr lang="en-US" b="1" dirty="0"/>
              <a:t>There are generally two types of tags in HTML</a:t>
            </a:r>
            <a:r>
              <a:rPr lang="en-US" dirty="0"/>
              <a:t> </a:t>
            </a:r>
          </a:p>
          <a:p>
            <a:pPr algn="just" fontAlgn="base"/>
            <a:r>
              <a:rPr lang="en-US" b="1" dirty="0"/>
              <a:t>Paired Tags</a:t>
            </a:r>
            <a:r>
              <a:rPr lang="en-US" dirty="0"/>
              <a:t>: These tags come in pairs i.e. they have both opening(&lt; &gt;) and closing(&lt;/ &gt;) tags.</a:t>
            </a:r>
          </a:p>
          <a:p>
            <a:pPr algn="just" fontAlgn="base"/>
            <a:r>
              <a:rPr lang="en-US" b="1" dirty="0"/>
              <a:t>Empty Tags</a:t>
            </a:r>
            <a:r>
              <a:rPr lang="en-US" dirty="0"/>
              <a:t>: These tags are self-closing and do not require a closing tag.”</a:t>
            </a:r>
          </a:p>
          <a:p>
            <a:pPr algn="just" fontAlgn="base"/>
            <a:r>
              <a:rPr lang="en-US" dirty="0"/>
              <a:t>Below is an example of a</a:t>
            </a:r>
            <a:r>
              <a:rPr lang="en-US" u="sng" dirty="0">
                <a:hlinkClick r:id="rId3"/>
              </a:rPr>
              <a:t> &lt;b&gt; tag</a:t>
            </a:r>
            <a:r>
              <a:rPr lang="en-US" dirty="0"/>
              <a:t> in HTML, which tells the browser to bold the text inside it. </a:t>
            </a:r>
          </a:p>
          <a:p>
            <a:pPr algn="ctr" fontAlgn="base"/>
            <a:endParaRPr lang="en-US" sz="8000" b="1" dirty="0"/>
          </a:p>
        </p:txBody>
      </p:sp>
      <p:pic>
        <p:nvPicPr>
          <p:cNvPr id="13314" name="Picture 2" descr="htmltag">
            <a:extLst>
              <a:ext uri="{FF2B5EF4-FFF2-40B4-BE49-F238E27FC236}">
                <a16:creationId xmlns:a16="http://schemas.microsoft.com/office/drawing/2014/main" id="{D605A506-C09D-4579-0C30-10D15BB408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4749" y="3931920"/>
            <a:ext cx="4324731" cy="206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735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E69C-6944-15E9-B7A6-8791363E8C9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737662E-D453-5AB7-CDAD-D61628A75616}"/>
              </a:ext>
            </a:extLst>
          </p:cNvPr>
          <p:cNvSpPr>
            <a:spLocks noGrp="1"/>
          </p:cNvSpPr>
          <p:nvPr>
            <p:ph type="sldNum" sz="quarter" idx="10"/>
          </p:nvPr>
        </p:nvSpPr>
        <p:spPr/>
        <p:txBody>
          <a:bodyPr/>
          <a:lstStyle/>
          <a:p>
            <a:fld id="{48F63A3B-78C7-47BE-AE5E-E10140E04643}" type="slidenum">
              <a:rPr lang="en-US" smtClean="0"/>
              <a:pPr/>
              <a:t>21</a:t>
            </a:fld>
            <a:endParaRPr lang="en-US" dirty="0"/>
          </a:p>
        </p:txBody>
      </p:sp>
      <p:sp>
        <p:nvSpPr>
          <p:cNvPr id="5" name="Content Placeholder 4">
            <a:extLst>
              <a:ext uri="{FF2B5EF4-FFF2-40B4-BE49-F238E27FC236}">
                <a16:creationId xmlns:a16="http://schemas.microsoft.com/office/drawing/2014/main" id="{21F146E8-8F1D-651B-7822-29799060AC0F}"/>
              </a:ext>
            </a:extLst>
          </p:cNvPr>
          <p:cNvSpPr>
            <a:spLocks noGrp="1"/>
          </p:cNvSpPr>
          <p:nvPr>
            <p:ph sz="quarter" idx="4"/>
          </p:nvPr>
        </p:nvSpPr>
        <p:spPr>
          <a:xfrm>
            <a:off x="365760" y="256032"/>
            <a:ext cx="11512296" cy="6318504"/>
          </a:xfrm>
        </p:spPr>
        <p:txBody>
          <a:bodyPr>
            <a:normAutofit/>
          </a:bodyPr>
          <a:lstStyle/>
          <a:p>
            <a:pPr fontAlgn="base"/>
            <a:r>
              <a:rPr lang="en-US" dirty="0"/>
              <a:t>Understanding these key tags will allow you to organize content effectively and create more readable and accessible webpages.</a:t>
            </a:r>
          </a:p>
          <a:p>
            <a:pPr fontAlgn="base"/>
            <a:r>
              <a:rPr lang="en-US" b="1" dirty="0"/>
              <a:t>Headings (&lt;h1&gt; to &lt;h6&gt;):</a:t>
            </a:r>
            <a:r>
              <a:rPr lang="en-US" dirty="0"/>
              <a:t> Headings are important for structuring the content within the </a:t>
            </a:r>
            <a:r>
              <a:rPr lang="en-US" u="sng" dirty="0">
                <a:hlinkClick r:id="rId2"/>
              </a:rPr>
              <a:t>&lt;body&gt; section</a:t>
            </a:r>
            <a:r>
              <a:rPr lang="en-US" dirty="0"/>
              <a:t>. They define the hierarchy of information, where &lt;h1&gt; is the highest-level heading.</a:t>
            </a:r>
          </a:p>
          <a:p>
            <a:pPr fontAlgn="base"/>
            <a:r>
              <a:rPr lang="en-US" b="1" dirty="0"/>
              <a:t>Paragraphs (&lt;p&gt;): </a:t>
            </a:r>
            <a:r>
              <a:rPr lang="en-US" dirty="0"/>
              <a:t>The </a:t>
            </a:r>
            <a:r>
              <a:rPr lang="en-US" u="sng" dirty="0">
                <a:hlinkClick r:id="rId3"/>
              </a:rPr>
              <a:t>&lt;p&gt; tag</a:t>
            </a:r>
            <a:r>
              <a:rPr lang="en-US" dirty="0"/>
              <a:t> is used for creating paragraphs, which help to group text into readable sections. This tag automatically adds some spacing between paragraphs to improve readability.</a:t>
            </a:r>
          </a:p>
          <a:p>
            <a:pPr fontAlgn="base"/>
            <a:r>
              <a:rPr lang="en-US" b="1" dirty="0"/>
              <a:t>Images (&lt;</a:t>
            </a:r>
            <a:r>
              <a:rPr lang="en-US" b="1" dirty="0" err="1"/>
              <a:t>img</a:t>
            </a:r>
            <a:r>
              <a:rPr lang="en-US" b="1" dirty="0"/>
              <a:t>&gt;):</a:t>
            </a:r>
            <a:r>
              <a:rPr lang="en-US" dirty="0"/>
              <a:t> The</a:t>
            </a:r>
            <a:r>
              <a:rPr lang="en-US" u="sng" dirty="0">
                <a:hlinkClick r:id="rId4"/>
              </a:rPr>
              <a:t> &lt;</a:t>
            </a:r>
            <a:r>
              <a:rPr lang="en-US" u="sng" dirty="0" err="1">
                <a:hlinkClick r:id="rId4"/>
              </a:rPr>
              <a:t>img</a:t>
            </a:r>
            <a:r>
              <a:rPr lang="en-US" u="sng" dirty="0">
                <a:hlinkClick r:id="rId4"/>
              </a:rPr>
              <a:t>&gt; tag</a:t>
            </a:r>
            <a:r>
              <a:rPr lang="en-US" dirty="0"/>
              <a:t> is used to add images to a webpage. It requires the </a:t>
            </a:r>
            <a:r>
              <a:rPr lang="en-US" dirty="0" err="1"/>
              <a:t>src</a:t>
            </a:r>
            <a:r>
              <a:rPr lang="en-US" dirty="0"/>
              <a:t> attribute to specify the image path and the alt attribute for accessibility.</a:t>
            </a:r>
          </a:p>
          <a:p>
            <a:pPr fontAlgn="base"/>
            <a:r>
              <a:rPr lang="en-US" b="1" dirty="0"/>
              <a:t>Links (&lt;a&gt;):</a:t>
            </a:r>
            <a:r>
              <a:rPr lang="en-US" dirty="0"/>
              <a:t>Links are created with the </a:t>
            </a:r>
            <a:r>
              <a:rPr lang="en-US" u="sng" dirty="0">
                <a:hlinkClick r:id="rId5"/>
              </a:rPr>
              <a:t>&lt;a&gt; tag</a:t>
            </a:r>
            <a:r>
              <a:rPr lang="en-US" dirty="0"/>
              <a:t>. The</a:t>
            </a:r>
            <a:r>
              <a:rPr lang="en-US" u="sng" dirty="0">
                <a:hlinkClick r:id="rId6"/>
              </a:rPr>
              <a:t> </a:t>
            </a:r>
            <a:r>
              <a:rPr lang="en-US" u="sng" dirty="0" err="1">
                <a:hlinkClick r:id="rId6"/>
              </a:rPr>
              <a:t>href</a:t>
            </a:r>
            <a:r>
              <a:rPr lang="en-US" u="sng" dirty="0">
                <a:hlinkClick r:id="rId6"/>
              </a:rPr>
              <a:t> attribute</a:t>
            </a:r>
            <a:r>
              <a:rPr lang="en-US" dirty="0"/>
              <a:t> defines the destination URL, and the text within the &lt;a&gt; tag serves as the clickable link text.</a:t>
            </a:r>
          </a:p>
          <a:p>
            <a:pPr fontAlgn="base"/>
            <a:r>
              <a:rPr lang="en-US" b="1" dirty="0"/>
              <a:t>Lists (&lt;ul&gt;, &lt;</a:t>
            </a:r>
            <a:r>
              <a:rPr lang="en-US" b="1" dirty="0" err="1"/>
              <a:t>ol</a:t>
            </a:r>
            <a:r>
              <a:rPr lang="en-US" b="1" dirty="0"/>
              <a:t>&gt;, &lt;li&gt;):</a:t>
            </a:r>
            <a:r>
              <a:rPr lang="en-US" dirty="0"/>
              <a:t> Lists allow you to organize items in bullet points</a:t>
            </a:r>
            <a:r>
              <a:rPr lang="en-US" u="sng" dirty="0">
                <a:hlinkClick r:id="rId7"/>
              </a:rPr>
              <a:t> (&lt;ul&gt;)</a:t>
            </a:r>
            <a:r>
              <a:rPr lang="en-US" dirty="0"/>
              <a:t> or </a:t>
            </a:r>
            <a:r>
              <a:rPr lang="en-US" u="sng" dirty="0">
                <a:hlinkClick r:id="rId8"/>
              </a:rPr>
              <a:t>numbered order (&lt;</a:t>
            </a:r>
            <a:r>
              <a:rPr lang="en-US" u="sng" dirty="0" err="1">
                <a:hlinkClick r:id="rId8"/>
              </a:rPr>
              <a:t>ol</a:t>
            </a:r>
            <a:r>
              <a:rPr lang="en-US" u="sng" dirty="0">
                <a:hlinkClick r:id="rId8"/>
              </a:rPr>
              <a:t>&gt;)</a:t>
            </a:r>
            <a:r>
              <a:rPr lang="en-US" dirty="0"/>
              <a:t>. Each item within a list is wrapped in </a:t>
            </a:r>
            <a:r>
              <a:rPr lang="en-US" u="sng" dirty="0">
                <a:hlinkClick r:id="rId9"/>
              </a:rPr>
              <a:t>&lt;li&gt; tags</a:t>
            </a:r>
            <a:r>
              <a:rPr lang="en-US" dirty="0"/>
              <a:t>.</a:t>
            </a:r>
          </a:p>
          <a:p>
            <a:pPr fontAlgn="base"/>
            <a:r>
              <a:rPr lang="en-US" b="1" dirty="0"/>
              <a:t>Divisions (&lt;div&gt;): </a:t>
            </a:r>
            <a:r>
              <a:rPr lang="en-US" dirty="0"/>
              <a:t>The </a:t>
            </a:r>
            <a:r>
              <a:rPr lang="en-US" u="sng" dirty="0">
                <a:hlinkClick r:id="rId10"/>
              </a:rPr>
              <a:t>&lt;div&gt; tag</a:t>
            </a:r>
            <a:r>
              <a:rPr lang="en-US" dirty="0"/>
              <a:t> is a container used to group other elements together, often for layout. It does not add any style or structure on its own but is useful for applying CSS styles to sections of content.</a:t>
            </a:r>
          </a:p>
          <a:p>
            <a:pPr algn="ctr" fontAlgn="base"/>
            <a:endParaRPr lang="en-US" b="1" dirty="0"/>
          </a:p>
        </p:txBody>
      </p:sp>
    </p:spTree>
    <p:extLst>
      <p:ext uri="{BB962C8B-B14F-4D97-AF65-F5344CB8AC3E}">
        <p14:creationId xmlns:p14="http://schemas.microsoft.com/office/powerpoint/2010/main" val="1087970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D73F6-31D2-541A-59FE-8F9CB7334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DDE07-8547-6B9D-6FC8-83AF5B12B2F9}"/>
              </a:ext>
            </a:extLst>
          </p:cNvPr>
          <p:cNvSpPr>
            <a:spLocks noGrp="1"/>
          </p:cNvSpPr>
          <p:nvPr>
            <p:ph type="title"/>
          </p:nvPr>
        </p:nvSpPr>
        <p:spPr>
          <a:xfrm>
            <a:off x="4364809" y="1057274"/>
            <a:ext cx="7043617" cy="2520217"/>
          </a:xfrm>
        </p:spPr>
        <p:txBody>
          <a:bodyPr/>
          <a:lstStyle/>
          <a:p>
            <a:r>
              <a:rPr lang="en-US" dirty="0"/>
              <a:t>Basic Markup tags </a:t>
            </a:r>
          </a:p>
        </p:txBody>
      </p:sp>
      <p:sp>
        <p:nvSpPr>
          <p:cNvPr id="3" name="Slide Number Placeholder 2">
            <a:extLst>
              <a:ext uri="{FF2B5EF4-FFF2-40B4-BE49-F238E27FC236}">
                <a16:creationId xmlns:a16="http://schemas.microsoft.com/office/drawing/2014/main" id="{DBBB7F6C-4F24-BD4D-B035-F6DA2541F50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22</a:t>
            </a:fld>
            <a:endParaRPr lang="en-US" dirty="0"/>
          </a:p>
        </p:txBody>
      </p:sp>
    </p:spTree>
    <p:extLst>
      <p:ext uri="{BB962C8B-B14F-4D97-AF65-F5344CB8AC3E}">
        <p14:creationId xmlns:p14="http://schemas.microsoft.com/office/powerpoint/2010/main" val="1157123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76976-CB96-0F84-EA69-AB14DFB222D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6B11F4A-33F5-3B31-988A-AF523077A0D0}"/>
              </a:ext>
            </a:extLst>
          </p:cNvPr>
          <p:cNvSpPr>
            <a:spLocks noGrp="1"/>
          </p:cNvSpPr>
          <p:nvPr>
            <p:ph type="sldNum" sz="quarter" idx="10"/>
          </p:nvPr>
        </p:nvSpPr>
        <p:spPr/>
        <p:txBody>
          <a:bodyPr/>
          <a:lstStyle/>
          <a:p>
            <a:fld id="{48F63A3B-78C7-47BE-AE5E-E10140E04643}" type="slidenum">
              <a:rPr lang="en-US" smtClean="0"/>
              <a:pPr/>
              <a:t>23</a:t>
            </a:fld>
            <a:endParaRPr lang="en-US" dirty="0"/>
          </a:p>
        </p:txBody>
      </p:sp>
      <p:sp>
        <p:nvSpPr>
          <p:cNvPr id="5" name="Content Placeholder 4">
            <a:extLst>
              <a:ext uri="{FF2B5EF4-FFF2-40B4-BE49-F238E27FC236}">
                <a16:creationId xmlns:a16="http://schemas.microsoft.com/office/drawing/2014/main" id="{E6454F22-A0CA-C02E-E398-9A7A07F3C324}"/>
              </a:ext>
            </a:extLst>
          </p:cNvPr>
          <p:cNvSpPr>
            <a:spLocks noGrp="1"/>
          </p:cNvSpPr>
          <p:nvPr>
            <p:ph sz="quarter" idx="4"/>
          </p:nvPr>
        </p:nvSpPr>
        <p:spPr>
          <a:xfrm>
            <a:off x="365760" y="256032"/>
            <a:ext cx="11512296" cy="1600200"/>
          </a:xfrm>
        </p:spPr>
        <p:txBody>
          <a:bodyPr>
            <a:normAutofit/>
          </a:bodyPr>
          <a:lstStyle/>
          <a:p>
            <a:r>
              <a:rPr lang="en-US" dirty="0"/>
              <a:t>HTML (</a:t>
            </a:r>
            <a:r>
              <a:rPr lang="en-US" dirty="0" err="1"/>
              <a:t>HyperText</a:t>
            </a:r>
            <a:r>
              <a:rPr lang="en-US" dirty="0"/>
              <a:t> Markup Language) is used to create web pages. It uses </a:t>
            </a:r>
            <a:r>
              <a:rPr lang="en-US" b="1" dirty="0"/>
              <a:t>tags</a:t>
            </a:r>
            <a:r>
              <a:rPr lang="en-US" dirty="0"/>
              <a:t> to structure content. Tags are written inside angle brackets &lt; &gt;. Most tags have an opening and a closing tag.</a:t>
            </a:r>
          </a:p>
          <a:p>
            <a:r>
              <a:rPr lang="en-US" dirty="0"/>
              <a:t>Example:</a:t>
            </a:r>
          </a:p>
          <a:p>
            <a:r>
              <a:rPr lang="en-US" dirty="0"/>
              <a:t>&lt;p&gt;This is a paragraph&lt;/p&gt;</a:t>
            </a:r>
          </a:p>
          <a:p>
            <a:endParaRPr lang="en-US" dirty="0"/>
          </a:p>
          <a:p>
            <a:pPr fontAlgn="base"/>
            <a:endParaRPr lang="en-US" b="1" dirty="0"/>
          </a:p>
        </p:txBody>
      </p:sp>
      <p:graphicFrame>
        <p:nvGraphicFramePr>
          <p:cNvPr id="44" name="Table 43">
            <a:extLst>
              <a:ext uri="{FF2B5EF4-FFF2-40B4-BE49-F238E27FC236}">
                <a16:creationId xmlns:a16="http://schemas.microsoft.com/office/drawing/2014/main" id="{5E6FF771-77DB-07EF-E24A-EE22A2B3338E}"/>
              </a:ext>
            </a:extLst>
          </p:cNvPr>
          <p:cNvGraphicFramePr>
            <a:graphicFrameLocks noGrp="1"/>
          </p:cNvGraphicFramePr>
          <p:nvPr>
            <p:extLst>
              <p:ext uri="{D42A27DB-BD31-4B8C-83A1-F6EECF244321}">
                <p14:modId xmlns:p14="http://schemas.microsoft.com/office/powerpoint/2010/main" val="3149325381"/>
              </p:ext>
            </p:extLst>
          </p:nvPr>
        </p:nvGraphicFramePr>
        <p:xfrm>
          <a:off x="477520" y="1856232"/>
          <a:ext cx="8128000" cy="374904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3408075336"/>
                    </a:ext>
                  </a:extLst>
                </a:gridCol>
                <a:gridCol w="4064000">
                  <a:extLst>
                    <a:ext uri="{9D8B030D-6E8A-4147-A177-3AD203B41FA5}">
                      <a16:colId xmlns:a16="http://schemas.microsoft.com/office/drawing/2014/main" val="3809930682"/>
                    </a:ext>
                  </a:extLst>
                </a:gridCol>
              </a:tblGrid>
              <a:tr h="370840">
                <a:tc>
                  <a:txBody>
                    <a:bodyPr/>
                    <a:lstStyle/>
                    <a:p>
                      <a:pPr algn="just"/>
                      <a:r>
                        <a:rPr lang="en-US" sz="1500" b="1" dirty="0">
                          <a:solidFill>
                            <a:srgbClr val="202C8F"/>
                          </a:solidFill>
                        </a:rPr>
                        <a:t>1. Structure Tags</a:t>
                      </a:r>
                      <a:endParaRPr lang="en-US" sz="1500" dirty="0">
                        <a:solidFill>
                          <a:srgbClr val="202C8F"/>
                        </a:solidFill>
                      </a:endParaRPr>
                    </a:p>
                    <a:p>
                      <a:pPr algn="just"/>
                      <a:r>
                        <a:rPr lang="en-US" sz="1500" dirty="0">
                          <a:solidFill>
                            <a:srgbClr val="202C8F"/>
                          </a:solidFill>
                        </a:rPr>
                        <a:t>These tags define the basic structure of an HTML document.</a:t>
                      </a:r>
                    </a:p>
                    <a:p>
                      <a:pPr algn="just"/>
                      <a:endParaRPr lang="en-US" sz="1500" dirty="0">
                        <a:solidFill>
                          <a:srgbClr val="202C8F"/>
                        </a:solidFill>
                      </a:endParaRPr>
                    </a:p>
                    <a:p>
                      <a:pPr algn="just"/>
                      <a:r>
                        <a:rPr lang="en-US" sz="1500" b="1" dirty="0">
                          <a:solidFill>
                            <a:srgbClr val="202C8F"/>
                          </a:solidFill>
                        </a:rPr>
                        <a:t>(1) &lt;!DOCTYPE html&gt;</a:t>
                      </a:r>
                      <a:endParaRPr lang="en-US" sz="1500" dirty="0">
                        <a:solidFill>
                          <a:srgbClr val="202C8F"/>
                        </a:solidFill>
                      </a:endParaRPr>
                    </a:p>
                    <a:p>
                      <a:pPr algn="just"/>
                      <a:r>
                        <a:rPr lang="en-US" sz="1500" dirty="0">
                          <a:solidFill>
                            <a:srgbClr val="202C8F"/>
                          </a:solidFill>
                        </a:rPr>
                        <a:t>Defines the document type and version of HTML (HTML5).</a:t>
                      </a:r>
                    </a:p>
                    <a:p>
                      <a:pPr algn="just"/>
                      <a:endParaRPr lang="en-US" sz="1500" dirty="0">
                        <a:solidFill>
                          <a:srgbClr val="202C8F"/>
                        </a:solidFill>
                      </a:endParaRPr>
                    </a:p>
                    <a:p>
                      <a:pPr algn="just"/>
                      <a:r>
                        <a:rPr lang="en-US" sz="1500" b="1" dirty="0">
                          <a:solidFill>
                            <a:srgbClr val="202C8F"/>
                          </a:solidFill>
                        </a:rPr>
                        <a:t>(2) &lt;html&gt;</a:t>
                      </a:r>
                      <a:endParaRPr lang="en-US" sz="1500" dirty="0">
                        <a:solidFill>
                          <a:srgbClr val="202C8F"/>
                        </a:solidFill>
                      </a:endParaRPr>
                    </a:p>
                    <a:p>
                      <a:pPr algn="just"/>
                      <a:r>
                        <a:rPr lang="en-US" sz="1500" dirty="0">
                          <a:solidFill>
                            <a:srgbClr val="202C8F"/>
                          </a:solidFill>
                        </a:rPr>
                        <a:t>Root element of the HTML page.</a:t>
                      </a:r>
                    </a:p>
                    <a:p>
                      <a:pPr algn="just"/>
                      <a:endParaRPr lang="en-US" sz="1500" dirty="0">
                        <a:solidFill>
                          <a:srgbClr val="202C8F"/>
                        </a:solidFill>
                      </a:endParaRPr>
                    </a:p>
                    <a:p>
                      <a:pPr algn="just"/>
                      <a:r>
                        <a:rPr lang="en-US" sz="1500" b="1" dirty="0">
                          <a:solidFill>
                            <a:srgbClr val="202C8F"/>
                          </a:solidFill>
                        </a:rPr>
                        <a:t>(3) &lt;head&gt;</a:t>
                      </a:r>
                      <a:endParaRPr lang="en-US" sz="1500" dirty="0">
                        <a:solidFill>
                          <a:srgbClr val="202C8F"/>
                        </a:solidFill>
                      </a:endParaRPr>
                    </a:p>
                    <a:p>
                      <a:pPr algn="just"/>
                      <a:r>
                        <a:rPr lang="en-US" sz="1500" dirty="0">
                          <a:solidFill>
                            <a:srgbClr val="202C8F"/>
                          </a:solidFill>
                        </a:rPr>
                        <a:t>Contains meta-information like title, CSS links, etc.</a:t>
                      </a:r>
                    </a:p>
                  </a:txBody>
                  <a:tcPr/>
                </a:tc>
                <a:tc>
                  <a:txBody>
                    <a:bodyPr/>
                    <a:lstStyle/>
                    <a:p>
                      <a:pPr algn="just"/>
                      <a:r>
                        <a:rPr lang="en-US" sz="1500" b="1" dirty="0">
                          <a:solidFill>
                            <a:srgbClr val="202C8F"/>
                          </a:solidFill>
                        </a:rPr>
                        <a:t>(4) &lt;title&gt;</a:t>
                      </a:r>
                      <a:endParaRPr lang="en-US" sz="1500" dirty="0">
                        <a:solidFill>
                          <a:srgbClr val="202C8F"/>
                        </a:solidFill>
                      </a:endParaRPr>
                    </a:p>
                    <a:p>
                      <a:pPr algn="just"/>
                      <a:r>
                        <a:rPr lang="en-US" sz="1500" dirty="0">
                          <a:solidFill>
                            <a:srgbClr val="202C8F"/>
                          </a:solidFill>
                        </a:rPr>
                        <a:t>Defines the title shown in the browser tab.</a:t>
                      </a:r>
                    </a:p>
                    <a:p>
                      <a:pPr algn="just"/>
                      <a:endParaRPr lang="en-US" sz="1500" dirty="0">
                        <a:solidFill>
                          <a:srgbClr val="202C8F"/>
                        </a:solidFill>
                      </a:endParaRPr>
                    </a:p>
                    <a:p>
                      <a:pPr algn="just"/>
                      <a:r>
                        <a:rPr lang="en-US" sz="1500" b="1" dirty="0">
                          <a:solidFill>
                            <a:srgbClr val="202C8F"/>
                          </a:solidFill>
                        </a:rPr>
                        <a:t>(5) &lt;body&gt;</a:t>
                      </a:r>
                      <a:endParaRPr lang="en-US" sz="1500" dirty="0">
                        <a:solidFill>
                          <a:srgbClr val="202C8F"/>
                        </a:solidFill>
                      </a:endParaRPr>
                    </a:p>
                    <a:p>
                      <a:pPr algn="just"/>
                      <a:r>
                        <a:rPr lang="en-US" sz="1500" dirty="0">
                          <a:solidFill>
                            <a:srgbClr val="202C8F"/>
                          </a:solidFill>
                        </a:rPr>
                        <a:t>Contains the visible content of the web page.</a:t>
                      </a:r>
                    </a:p>
                    <a:p>
                      <a:pPr algn="just"/>
                      <a:r>
                        <a:rPr lang="en-US" sz="1500" b="1" dirty="0">
                          <a:solidFill>
                            <a:srgbClr val="202C8F"/>
                          </a:solidFill>
                        </a:rPr>
                        <a:t>Example:</a:t>
                      </a:r>
                      <a:endParaRPr lang="en-US" sz="1500" dirty="0">
                        <a:solidFill>
                          <a:srgbClr val="202C8F"/>
                        </a:solidFill>
                      </a:endParaRPr>
                    </a:p>
                    <a:p>
                      <a:pPr algn="just"/>
                      <a:r>
                        <a:rPr lang="en-US" sz="1500" dirty="0">
                          <a:solidFill>
                            <a:srgbClr val="202C8F"/>
                          </a:solidFill>
                        </a:rPr>
                        <a:t>&lt;!DOCTYPE html&gt;</a:t>
                      </a:r>
                    </a:p>
                    <a:p>
                      <a:pPr algn="just"/>
                      <a:r>
                        <a:rPr lang="en-US" sz="1500" dirty="0">
                          <a:solidFill>
                            <a:srgbClr val="202C8F"/>
                          </a:solidFill>
                        </a:rPr>
                        <a:t>&lt;html&gt;</a:t>
                      </a:r>
                    </a:p>
                    <a:p>
                      <a:pPr algn="just"/>
                      <a:r>
                        <a:rPr lang="en-US" sz="1500" dirty="0">
                          <a:solidFill>
                            <a:srgbClr val="202C8F"/>
                          </a:solidFill>
                        </a:rPr>
                        <a:t>&lt;head&gt;</a:t>
                      </a:r>
                    </a:p>
                    <a:p>
                      <a:pPr algn="just"/>
                      <a:r>
                        <a:rPr lang="en-US" sz="1500" dirty="0">
                          <a:solidFill>
                            <a:srgbClr val="202C8F"/>
                          </a:solidFill>
                        </a:rPr>
                        <a:t>   &lt;title&gt;My First Page&lt;/title&gt;</a:t>
                      </a:r>
                    </a:p>
                    <a:p>
                      <a:pPr algn="just"/>
                      <a:r>
                        <a:rPr lang="en-US" sz="1500" dirty="0">
                          <a:solidFill>
                            <a:srgbClr val="202C8F"/>
                          </a:solidFill>
                        </a:rPr>
                        <a:t>&lt;/head&gt;</a:t>
                      </a:r>
                    </a:p>
                    <a:p>
                      <a:pPr algn="just"/>
                      <a:r>
                        <a:rPr lang="en-US" sz="1500" dirty="0">
                          <a:solidFill>
                            <a:srgbClr val="202C8F"/>
                          </a:solidFill>
                        </a:rPr>
                        <a:t>&lt;body&gt;</a:t>
                      </a:r>
                    </a:p>
                    <a:p>
                      <a:pPr algn="just"/>
                      <a:r>
                        <a:rPr lang="en-US" sz="1500" dirty="0">
                          <a:solidFill>
                            <a:srgbClr val="202C8F"/>
                          </a:solidFill>
                        </a:rPr>
                        <a:t>   Welcome to GTU HTML Page</a:t>
                      </a:r>
                    </a:p>
                    <a:p>
                      <a:pPr algn="just"/>
                      <a:r>
                        <a:rPr lang="en-US" sz="1500" dirty="0">
                          <a:solidFill>
                            <a:srgbClr val="202C8F"/>
                          </a:solidFill>
                        </a:rPr>
                        <a:t>&lt;/body&gt;</a:t>
                      </a:r>
                    </a:p>
                    <a:p>
                      <a:pPr algn="just"/>
                      <a:r>
                        <a:rPr lang="en-US" sz="1500" dirty="0">
                          <a:solidFill>
                            <a:srgbClr val="202C8F"/>
                          </a:solidFill>
                        </a:rPr>
                        <a:t>&lt;/html&gt;</a:t>
                      </a:r>
                    </a:p>
                    <a:p>
                      <a:pPr algn="just"/>
                      <a:endParaRPr lang="en-US" sz="1500" dirty="0">
                        <a:solidFill>
                          <a:srgbClr val="202C8F"/>
                        </a:solidFill>
                      </a:endParaRPr>
                    </a:p>
                  </a:txBody>
                  <a:tcPr/>
                </a:tc>
                <a:extLst>
                  <a:ext uri="{0D108BD9-81ED-4DB2-BD59-A6C34878D82A}">
                    <a16:rowId xmlns:a16="http://schemas.microsoft.com/office/drawing/2014/main" val="2148535888"/>
                  </a:ext>
                </a:extLst>
              </a:tr>
            </a:tbl>
          </a:graphicData>
        </a:graphic>
      </p:graphicFrame>
    </p:spTree>
    <p:extLst>
      <p:ext uri="{BB962C8B-B14F-4D97-AF65-F5344CB8AC3E}">
        <p14:creationId xmlns:p14="http://schemas.microsoft.com/office/powerpoint/2010/main" val="3571663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8AA58-01BD-F7AF-F323-CF98EFA99DE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ED67E6D-F8FA-1FDF-17D6-E0BBB94AF599}"/>
              </a:ext>
            </a:extLst>
          </p:cNvPr>
          <p:cNvSpPr>
            <a:spLocks noGrp="1"/>
          </p:cNvSpPr>
          <p:nvPr>
            <p:ph type="sldNum" sz="quarter" idx="10"/>
          </p:nvPr>
        </p:nvSpPr>
        <p:spPr/>
        <p:txBody>
          <a:bodyPr/>
          <a:lstStyle/>
          <a:p>
            <a:fld id="{48F63A3B-78C7-47BE-AE5E-E10140E04643}" type="slidenum">
              <a:rPr lang="en-US" smtClean="0"/>
              <a:pPr/>
              <a:t>24</a:t>
            </a:fld>
            <a:endParaRPr lang="en-US" dirty="0"/>
          </a:p>
        </p:txBody>
      </p:sp>
      <p:graphicFrame>
        <p:nvGraphicFramePr>
          <p:cNvPr id="6" name="Content Placeholder 5">
            <a:extLst>
              <a:ext uri="{FF2B5EF4-FFF2-40B4-BE49-F238E27FC236}">
                <a16:creationId xmlns:a16="http://schemas.microsoft.com/office/drawing/2014/main" id="{754A5881-405B-66AC-76F3-192B058CD0DA}"/>
              </a:ext>
            </a:extLst>
          </p:cNvPr>
          <p:cNvGraphicFramePr>
            <a:graphicFrameLocks noGrp="1"/>
          </p:cNvGraphicFramePr>
          <p:nvPr>
            <p:ph sz="quarter" idx="4"/>
            <p:extLst>
              <p:ext uri="{D42A27DB-BD31-4B8C-83A1-F6EECF244321}">
                <p14:modId xmlns:p14="http://schemas.microsoft.com/office/powerpoint/2010/main" val="3855479203"/>
              </p:ext>
            </p:extLst>
          </p:nvPr>
        </p:nvGraphicFramePr>
        <p:xfrm>
          <a:off x="457200" y="3974950"/>
          <a:ext cx="7735824" cy="1657752"/>
        </p:xfrm>
        <a:graphic>
          <a:graphicData uri="http://schemas.openxmlformats.org/drawingml/2006/table">
            <a:tbl>
              <a:tblPr firstRow="1" firstCol="1" bandRow="1">
                <a:tableStyleId>{3B4B98B0-60AC-42C2-AFA5-B58CD77FA1E5}</a:tableStyleId>
              </a:tblPr>
              <a:tblGrid>
                <a:gridCol w="3867912">
                  <a:extLst>
                    <a:ext uri="{9D8B030D-6E8A-4147-A177-3AD203B41FA5}">
                      <a16:colId xmlns:a16="http://schemas.microsoft.com/office/drawing/2014/main" val="2680157711"/>
                    </a:ext>
                  </a:extLst>
                </a:gridCol>
                <a:gridCol w="3867912">
                  <a:extLst>
                    <a:ext uri="{9D8B030D-6E8A-4147-A177-3AD203B41FA5}">
                      <a16:colId xmlns:a16="http://schemas.microsoft.com/office/drawing/2014/main" val="4265959888"/>
                    </a:ext>
                  </a:extLst>
                </a:gridCol>
              </a:tblGrid>
              <a:tr h="276292">
                <a:tc>
                  <a:txBody>
                    <a:bodyPr/>
                    <a:lstStyle/>
                    <a:p>
                      <a:pPr marL="0" marR="0">
                        <a:lnSpc>
                          <a:spcPct val="115000"/>
                        </a:lnSpc>
                        <a:spcAft>
                          <a:spcPts val="800"/>
                        </a:spcAft>
                        <a:buNone/>
                      </a:pPr>
                      <a:r>
                        <a:rPr lang="en-US" sz="900" kern="100">
                          <a:effectLst/>
                        </a:rPr>
                        <a:t>Tag</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tc>
                  <a:txBody>
                    <a:bodyPr/>
                    <a:lstStyle/>
                    <a:p>
                      <a:pPr marL="0" marR="0">
                        <a:lnSpc>
                          <a:spcPct val="115000"/>
                        </a:lnSpc>
                        <a:spcAft>
                          <a:spcPts val="800"/>
                        </a:spcAft>
                        <a:buNone/>
                      </a:pPr>
                      <a:r>
                        <a:rPr lang="en-US" sz="900" kern="100">
                          <a:effectLst/>
                        </a:rPr>
                        <a:t>Meaning</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extLst>
                  <a:ext uri="{0D108BD9-81ED-4DB2-BD59-A6C34878D82A}">
                    <a16:rowId xmlns:a16="http://schemas.microsoft.com/office/drawing/2014/main" val="1322316724"/>
                  </a:ext>
                </a:extLst>
              </a:tr>
              <a:tr h="276292">
                <a:tc>
                  <a:txBody>
                    <a:bodyPr/>
                    <a:lstStyle/>
                    <a:p>
                      <a:pPr marL="0" marR="0">
                        <a:lnSpc>
                          <a:spcPct val="115000"/>
                        </a:lnSpc>
                        <a:spcAft>
                          <a:spcPts val="800"/>
                        </a:spcAft>
                        <a:buNone/>
                      </a:pPr>
                      <a:r>
                        <a:rPr lang="en-US" sz="900" kern="100">
                          <a:effectLst/>
                        </a:rPr>
                        <a:t>&lt;b&gt;</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tc>
                  <a:txBody>
                    <a:bodyPr/>
                    <a:lstStyle/>
                    <a:p>
                      <a:pPr marL="0" marR="0">
                        <a:lnSpc>
                          <a:spcPct val="115000"/>
                        </a:lnSpc>
                        <a:spcAft>
                          <a:spcPts val="800"/>
                        </a:spcAft>
                        <a:buNone/>
                      </a:pPr>
                      <a:r>
                        <a:rPr lang="en-US" sz="900" kern="100">
                          <a:effectLst/>
                        </a:rPr>
                        <a:t>Bold text</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extLst>
                  <a:ext uri="{0D108BD9-81ED-4DB2-BD59-A6C34878D82A}">
                    <a16:rowId xmlns:a16="http://schemas.microsoft.com/office/drawing/2014/main" val="565868931"/>
                  </a:ext>
                </a:extLst>
              </a:tr>
              <a:tr h="276292">
                <a:tc>
                  <a:txBody>
                    <a:bodyPr/>
                    <a:lstStyle/>
                    <a:p>
                      <a:pPr marL="0" marR="0">
                        <a:lnSpc>
                          <a:spcPct val="115000"/>
                        </a:lnSpc>
                        <a:spcAft>
                          <a:spcPts val="800"/>
                        </a:spcAft>
                        <a:buNone/>
                      </a:pPr>
                      <a:r>
                        <a:rPr lang="en-US" sz="900" kern="100">
                          <a:effectLst/>
                        </a:rPr>
                        <a:t>&lt;i&gt;</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tc>
                  <a:txBody>
                    <a:bodyPr/>
                    <a:lstStyle/>
                    <a:p>
                      <a:pPr marL="0" marR="0">
                        <a:lnSpc>
                          <a:spcPct val="115000"/>
                        </a:lnSpc>
                        <a:spcAft>
                          <a:spcPts val="800"/>
                        </a:spcAft>
                        <a:buNone/>
                      </a:pPr>
                      <a:r>
                        <a:rPr lang="en-US" sz="900" kern="100">
                          <a:effectLst/>
                        </a:rPr>
                        <a:t>Italic text</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extLst>
                  <a:ext uri="{0D108BD9-81ED-4DB2-BD59-A6C34878D82A}">
                    <a16:rowId xmlns:a16="http://schemas.microsoft.com/office/drawing/2014/main" val="566253818"/>
                  </a:ext>
                </a:extLst>
              </a:tr>
              <a:tr h="276292">
                <a:tc>
                  <a:txBody>
                    <a:bodyPr/>
                    <a:lstStyle/>
                    <a:p>
                      <a:pPr marL="0" marR="0">
                        <a:lnSpc>
                          <a:spcPct val="115000"/>
                        </a:lnSpc>
                        <a:spcAft>
                          <a:spcPts val="800"/>
                        </a:spcAft>
                        <a:buNone/>
                      </a:pPr>
                      <a:r>
                        <a:rPr lang="en-US" sz="900" kern="100">
                          <a:effectLst/>
                        </a:rPr>
                        <a:t>&lt;u&gt;</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tc>
                  <a:txBody>
                    <a:bodyPr/>
                    <a:lstStyle/>
                    <a:p>
                      <a:pPr marL="0" marR="0">
                        <a:lnSpc>
                          <a:spcPct val="115000"/>
                        </a:lnSpc>
                        <a:spcAft>
                          <a:spcPts val="800"/>
                        </a:spcAft>
                        <a:buNone/>
                      </a:pPr>
                      <a:r>
                        <a:rPr lang="en-US" sz="900" kern="100">
                          <a:effectLst/>
                        </a:rPr>
                        <a:t>Underline</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extLst>
                  <a:ext uri="{0D108BD9-81ED-4DB2-BD59-A6C34878D82A}">
                    <a16:rowId xmlns:a16="http://schemas.microsoft.com/office/drawing/2014/main" val="4236657891"/>
                  </a:ext>
                </a:extLst>
              </a:tr>
              <a:tr h="276292">
                <a:tc>
                  <a:txBody>
                    <a:bodyPr/>
                    <a:lstStyle/>
                    <a:p>
                      <a:pPr marL="0" marR="0">
                        <a:lnSpc>
                          <a:spcPct val="115000"/>
                        </a:lnSpc>
                        <a:spcAft>
                          <a:spcPts val="800"/>
                        </a:spcAft>
                        <a:buNone/>
                      </a:pPr>
                      <a:r>
                        <a:rPr lang="en-US" sz="900" kern="100">
                          <a:effectLst/>
                        </a:rPr>
                        <a:t>&lt;strong&gt;</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tc>
                  <a:txBody>
                    <a:bodyPr/>
                    <a:lstStyle/>
                    <a:p>
                      <a:pPr marL="0" marR="0">
                        <a:lnSpc>
                          <a:spcPct val="115000"/>
                        </a:lnSpc>
                        <a:spcAft>
                          <a:spcPts val="800"/>
                        </a:spcAft>
                        <a:buNone/>
                      </a:pPr>
                      <a:r>
                        <a:rPr lang="en-US" sz="900" kern="100" dirty="0">
                          <a:effectLst/>
                        </a:rPr>
                        <a:t>Important text</a:t>
                      </a:r>
                      <a:endParaRPr lang="en-US" sz="900" kern="100" dirty="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extLst>
                  <a:ext uri="{0D108BD9-81ED-4DB2-BD59-A6C34878D82A}">
                    <a16:rowId xmlns:a16="http://schemas.microsoft.com/office/drawing/2014/main" val="1084415977"/>
                  </a:ext>
                </a:extLst>
              </a:tr>
              <a:tr h="276292">
                <a:tc>
                  <a:txBody>
                    <a:bodyPr/>
                    <a:lstStyle/>
                    <a:p>
                      <a:pPr marL="0" marR="0">
                        <a:lnSpc>
                          <a:spcPct val="115000"/>
                        </a:lnSpc>
                        <a:spcAft>
                          <a:spcPts val="800"/>
                        </a:spcAft>
                        <a:buNone/>
                      </a:pPr>
                      <a:r>
                        <a:rPr lang="en-US" sz="900" kern="100">
                          <a:effectLst/>
                        </a:rPr>
                        <a:t>&lt;em&gt;</a:t>
                      </a:r>
                      <a:endParaRPr lang="en-US" sz="900" kern="10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tc>
                  <a:txBody>
                    <a:bodyPr/>
                    <a:lstStyle/>
                    <a:p>
                      <a:pPr marL="0" marR="0">
                        <a:lnSpc>
                          <a:spcPct val="115000"/>
                        </a:lnSpc>
                        <a:spcAft>
                          <a:spcPts val="800"/>
                        </a:spcAft>
                        <a:buNone/>
                      </a:pPr>
                      <a:r>
                        <a:rPr lang="en-US" sz="900" kern="100" dirty="0">
                          <a:effectLst/>
                        </a:rPr>
                        <a:t>Emphasized text</a:t>
                      </a:r>
                      <a:endParaRPr lang="en-US" sz="900" kern="100" dirty="0">
                        <a:effectLst/>
                        <a:latin typeface="Calibri" panose="020F0502020204030204" pitchFamily="34" charset="0"/>
                        <a:ea typeface="Calibri" panose="020F0502020204030204" pitchFamily="34" charset="0"/>
                        <a:cs typeface="Shruti" panose="020B0502040204020203" pitchFamily="34" charset="0"/>
                      </a:endParaRPr>
                    </a:p>
                  </a:txBody>
                  <a:tcPr marL="6793" marR="6793" marT="6793" marB="6793" anchor="ctr"/>
                </a:tc>
                <a:extLst>
                  <a:ext uri="{0D108BD9-81ED-4DB2-BD59-A6C34878D82A}">
                    <a16:rowId xmlns:a16="http://schemas.microsoft.com/office/drawing/2014/main" val="1157546634"/>
                  </a:ext>
                </a:extLst>
              </a:tr>
            </a:tbl>
          </a:graphicData>
        </a:graphic>
      </p:graphicFrame>
      <p:sp>
        <p:nvSpPr>
          <p:cNvPr id="7" name="Rectangle 1">
            <a:extLst>
              <a:ext uri="{FF2B5EF4-FFF2-40B4-BE49-F238E27FC236}">
                <a16:creationId xmlns:a16="http://schemas.microsoft.com/office/drawing/2014/main" id="{43BF4950-7487-C9A6-4B5B-FE6FC9FEAA65}"/>
              </a:ext>
            </a:extLst>
          </p:cNvPr>
          <p:cNvSpPr>
            <a:spLocks noChangeArrowheads="1"/>
          </p:cNvSpPr>
          <p:nvPr/>
        </p:nvSpPr>
        <p:spPr bwMode="auto">
          <a:xfrm>
            <a:off x="457200" y="478403"/>
            <a:ext cx="8001000" cy="3703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3. Paragraph and Formatting Tags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(1) &lt;p&gt; – Paragraph Tag</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&lt;p&gt;This is a paragraph.&lt;/p&gt;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(2) &lt;</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br</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&gt; – Line Break Tag</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Hello &lt;</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br</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&gt; World</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(3) &lt;</a:t>
            </a:r>
            <a:r>
              <a:rPr kumimoji="0" lang="en-US" altLang="en-US"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hr</a:t>
            </a: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&gt; – Horizontal Line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&lt;</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hr</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(4) Text Formatting Tags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Example: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&lt;b&gt;Bold&lt;/b&gt;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&lt;</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i</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&gt;Italic&lt;/</a:t>
            </a:r>
            <a:r>
              <a:rPr kumimoji="0" lang="en-US" altLang="en-US"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i</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Shruti" panose="020B0502040204020203" pitchFamily="34" charset="0"/>
              </a:rPr>
              <a:t>&lt;u&gt;Underline&lt;/u&gt;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7966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B74DB-2218-64CC-73B1-5D38735F3A9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B72446C-F94B-C27A-ED42-DA892E79B784}"/>
              </a:ext>
            </a:extLst>
          </p:cNvPr>
          <p:cNvSpPr>
            <a:spLocks noGrp="1"/>
          </p:cNvSpPr>
          <p:nvPr>
            <p:ph type="sldNum" sz="quarter" idx="10"/>
          </p:nvPr>
        </p:nvSpPr>
        <p:spPr/>
        <p:txBody>
          <a:bodyPr/>
          <a:lstStyle/>
          <a:p>
            <a:fld id="{48F63A3B-78C7-47BE-AE5E-E10140E04643}" type="slidenum">
              <a:rPr lang="en-US" smtClean="0"/>
              <a:pPr/>
              <a:t>25</a:t>
            </a:fld>
            <a:endParaRPr lang="en-US" dirty="0"/>
          </a:p>
        </p:txBody>
      </p:sp>
      <p:sp>
        <p:nvSpPr>
          <p:cNvPr id="5" name="Content Placeholder 3">
            <a:extLst>
              <a:ext uri="{FF2B5EF4-FFF2-40B4-BE49-F238E27FC236}">
                <a16:creationId xmlns:a16="http://schemas.microsoft.com/office/drawing/2014/main" id="{E525B665-1943-DB84-1563-0AD2DDB34DA6}"/>
              </a:ext>
            </a:extLst>
          </p:cNvPr>
          <p:cNvSpPr txBox="1">
            <a:spLocks/>
          </p:cNvSpPr>
          <p:nvPr/>
        </p:nvSpPr>
        <p:spPr>
          <a:xfrm>
            <a:off x="4934559" y="2455428"/>
            <a:ext cx="3284951" cy="3720337"/>
          </a:xfrm>
          <a:prstGeom prst="rect">
            <a:avLst/>
          </a:prstGeom>
        </p:spPr>
        <p:txBody>
          <a:bodyPr vert="horz" lIns="91440" tIns="0" rIns="9144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accent6"/>
                </a:solidFill>
                <a:latin typeface="+mn-lt"/>
                <a:ea typeface="+mn-ea"/>
                <a:cs typeface="+mn-cs"/>
              </a:defRPr>
            </a:lvl1pPr>
            <a:lvl2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8" name="Content Placeholder 3">
            <a:extLst>
              <a:ext uri="{FF2B5EF4-FFF2-40B4-BE49-F238E27FC236}">
                <a16:creationId xmlns:a16="http://schemas.microsoft.com/office/drawing/2014/main" id="{D181AA7D-4E9B-BF4D-FCB7-3F61FA7E244F}"/>
              </a:ext>
            </a:extLst>
          </p:cNvPr>
          <p:cNvSpPr txBox="1">
            <a:spLocks/>
          </p:cNvSpPr>
          <p:nvPr/>
        </p:nvSpPr>
        <p:spPr>
          <a:xfrm>
            <a:off x="4166463" y="1297187"/>
            <a:ext cx="3284951" cy="3720337"/>
          </a:xfrm>
          <a:prstGeom prst="rect">
            <a:avLst/>
          </a:prstGeom>
        </p:spPr>
        <p:txBody>
          <a:bodyPr vert="horz" lIns="91440" tIns="0" rIns="9144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accent6"/>
                </a:solidFill>
                <a:latin typeface="+mn-lt"/>
                <a:ea typeface="+mn-ea"/>
                <a:cs typeface="+mn-cs"/>
              </a:defRPr>
            </a:lvl1pPr>
            <a:lvl2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graphicFrame>
        <p:nvGraphicFramePr>
          <p:cNvPr id="9" name="Table 8">
            <a:extLst>
              <a:ext uri="{FF2B5EF4-FFF2-40B4-BE49-F238E27FC236}">
                <a16:creationId xmlns:a16="http://schemas.microsoft.com/office/drawing/2014/main" id="{B180156F-B3E7-2E04-F292-232F8A082208}"/>
              </a:ext>
            </a:extLst>
          </p:cNvPr>
          <p:cNvGraphicFramePr>
            <a:graphicFrameLocks noGrp="1"/>
          </p:cNvGraphicFramePr>
          <p:nvPr>
            <p:extLst>
              <p:ext uri="{D42A27DB-BD31-4B8C-83A1-F6EECF244321}">
                <p14:modId xmlns:p14="http://schemas.microsoft.com/office/powerpoint/2010/main" val="3880325424"/>
              </p:ext>
            </p:extLst>
          </p:nvPr>
        </p:nvGraphicFramePr>
        <p:xfrm>
          <a:off x="590609" y="719666"/>
          <a:ext cx="8128000" cy="36576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3137613136"/>
                    </a:ext>
                  </a:extLst>
                </a:gridCol>
                <a:gridCol w="4064000">
                  <a:extLst>
                    <a:ext uri="{9D8B030D-6E8A-4147-A177-3AD203B41FA5}">
                      <a16:colId xmlns:a16="http://schemas.microsoft.com/office/drawing/2014/main" val="2614532404"/>
                    </a:ext>
                  </a:extLst>
                </a:gridCol>
              </a:tblGrid>
              <a:tr h="370840">
                <a:tc>
                  <a:txBody>
                    <a:bodyPr/>
                    <a:lstStyle/>
                    <a:p>
                      <a:r>
                        <a:rPr lang="en-US" dirty="0"/>
                        <a:t>4. List Tags</a:t>
                      </a:r>
                    </a:p>
                    <a:p>
                      <a:endParaRPr lang="en-US" dirty="0"/>
                    </a:p>
                    <a:p>
                      <a:r>
                        <a:rPr lang="en-US" dirty="0"/>
                        <a:t>(1) Unordered List &lt;ul&gt;</a:t>
                      </a:r>
                    </a:p>
                    <a:p>
                      <a:r>
                        <a:rPr lang="en-US" dirty="0"/>
                        <a:t>&lt;ul&gt;</a:t>
                      </a:r>
                    </a:p>
                    <a:p>
                      <a:r>
                        <a:rPr lang="en-US" dirty="0"/>
                        <a:t>   &lt;li&gt;Apple&lt;/li&gt;</a:t>
                      </a:r>
                    </a:p>
                    <a:p>
                      <a:r>
                        <a:rPr lang="en-US" dirty="0"/>
                        <a:t>   &lt;li&gt;Mango&lt;/li&gt;</a:t>
                      </a:r>
                    </a:p>
                    <a:p>
                      <a:r>
                        <a:rPr lang="en-US" dirty="0"/>
                        <a:t>&lt;/ul&gt;</a:t>
                      </a:r>
                    </a:p>
                    <a:p>
                      <a:r>
                        <a:rPr lang="en-US" dirty="0"/>
                        <a:t>(2) Ordered List &lt;</a:t>
                      </a:r>
                      <a:r>
                        <a:rPr lang="en-US" dirty="0" err="1"/>
                        <a:t>ol</a:t>
                      </a:r>
                      <a:r>
                        <a:rPr lang="en-US" dirty="0"/>
                        <a:t>&gt;</a:t>
                      </a:r>
                    </a:p>
                    <a:p>
                      <a:r>
                        <a:rPr lang="en-US" dirty="0"/>
                        <a:t>&lt;</a:t>
                      </a:r>
                      <a:r>
                        <a:rPr lang="en-US" dirty="0" err="1"/>
                        <a:t>ol</a:t>
                      </a:r>
                      <a:r>
                        <a:rPr lang="en-US" dirty="0"/>
                        <a:t>&gt;</a:t>
                      </a:r>
                    </a:p>
                    <a:p>
                      <a:r>
                        <a:rPr lang="en-US" dirty="0"/>
                        <a:t>   &lt;li&gt;Step 1&lt;/li&gt;</a:t>
                      </a:r>
                    </a:p>
                    <a:p>
                      <a:r>
                        <a:rPr lang="en-US" dirty="0"/>
                        <a:t>   &lt;li&gt;Step 2&lt;/li&gt;</a:t>
                      </a:r>
                    </a:p>
                    <a:p>
                      <a:r>
                        <a:rPr lang="en-US" dirty="0"/>
                        <a:t>&lt;/</a:t>
                      </a:r>
                      <a:r>
                        <a:rPr lang="en-US" dirty="0" err="1"/>
                        <a:t>ol</a:t>
                      </a:r>
                      <a:r>
                        <a:rPr lang="en-US" dirty="0"/>
                        <a:t>&gt;</a:t>
                      </a:r>
                    </a:p>
                    <a:p>
                      <a:r>
                        <a:rPr lang="en-US" dirty="0"/>
                        <a:t>&lt;li&gt; is used for list items.</a:t>
                      </a:r>
                    </a:p>
                  </a:txBody>
                  <a:tcPr/>
                </a:tc>
                <a:tc>
                  <a:txBody>
                    <a:bodyPr/>
                    <a:lstStyle/>
                    <a:p>
                      <a:r>
                        <a:rPr lang="en-US" sz="1800" b="1" kern="1200" dirty="0">
                          <a:solidFill>
                            <a:schemeClr val="tx1"/>
                          </a:solidFill>
                          <a:effectLst/>
                          <a:latin typeface="+mn-lt"/>
                          <a:ea typeface="+mn-ea"/>
                          <a:cs typeface="+mn-cs"/>
                        </a:rPr>
                        <a:t>5. Link and Image Tags</a:t>
                      </a:r>
                    </a:p>
                    <a:p>
                      <a:endParaRPr lang="en-US" sz="1800" b="1" kern="1200" dirty="0">
                        <a:solidFill>
                          <a:schemeClr val="tx1"/>
                        </a:solidFill>
                        <a:effectLst/>
                        <a:latin typeface="+mn-lt"/>
                        <a:ea typeface="+mn-ea"/>
                        <a:cs typeface="+mn-cs"/>
                      </a:endParaRPr>
                    </a:p>
                    <a:p>
                      <a:r>
                        <a:rPr lang="en-US" sz="1800" b="1" kern="1200" dirty="0">
                          <a:solidFill>
                            <a:schemeClr val="tx1"/>
                          </a:solidFill>
                          <a:effectLst/>
                          <a:latin typeface="+mn-lt"/>
                          <a:ea typeface="+mn-ea"/>
                          <a:cs typeface="+mn-cs"/>
                        </a:rPr>
                        <a:t>(1) Anchor Tag &lt;a&gt;</a:t>
                      </a:r>
                    </a:p>
                    <a:p>
                      <a:r>
                        <a:rPr lang="en-US" sz="1800" b="1" kern="1200" dirty="0">
                          <a:solidFill>
                            <a:schemeClr val="tx1"/>
                          </a:solidFill>
                          <a:effectLst/>
                          <a:latin typeface="+mn-lt"/>
                          <a:ea typeface="+mn-ea"/>
                          <a:cs typeface="+mn-cs"/>
                        </a:rPr>
                        <a:t>Used to create hyperlinks.</a:t>
                      </a:r>
                    </a:p>
                    <a:p>
                      <a:r>
                        <a:rPr lang="en-US" sz="1800" b="1" kern="1200" dirty="0">
                          <a:solidFill>
                            <a:schemeClr val="tx1"/>
                          </a:solidFill>
                          <a:effectLst/>
                          <a:latin typeface="+mn-lt"/>
                          <a:ea typeface="+mn-ea"/>
                          <a:cs typeface="+mn-cs"/>
                        </a:rPr>
                        <a:t>&lt;a </a:t>
                      </a:r>
                      <a:r>
                        <a:rPr lang="en-US" sz="1800" b="1" kern="1200" dirty="0" err="1">
                          <a:solidFill>
                            <a:schemeClr val="tx1"/>
                          </a:solidFill>
                          <a:effectLst/>
                          <a:latin typeface="+mn-lt"/>
                          <a:ea typeface="+mn-ea"/>
                          <a:cs typeface="+mn-cs"/>
                        </a:rPr>
                        <a:t>href</a:t>
                      </a:r>
                      <a:r>
                        <a:rPr lang="en-US" sz="1800" b="1" kern="1200" dirty="0">
                          <a:solidFill>
                            <a:schemeClr val="tx1"/>
                          </a:solidFill>
                          <a:effectLst/>
                          <a:latin typeface="+mn-lt"/>
                          <a:ea typeface="+mn-ea"/>
                          <a:cs typeface="+mn-cs"/>
                        </a:rPr>
                        <a:t>="https://www.gtu.ac.in"&gt;Visit GTU&lt;/a&gt;</a:t>
                      </a:r>
                    </a:p>
                    <a:p>
                      <a:r>
                        <a:rPr lang="en-US" sz="1800" b="1" kern="1200" dirty="0">
                          <a:solidFill>
                            <a:schemeClr val="tx1"/>
                          </a:solidFill>
                          <a:effectLst/>
                          <a:latin typeface="+mn-lt"/>
                          <a:ea typeface="+mn-ea"/>
                          <a:cs typeface="+mn-cs"/>
                        </a:rPr>
                        <a:t>(2) Image Tag &lt;</a:t>
                      </a:r>
                      <a:r>
                        <a:rPr lang="en-US" sz="1800" b="1" kern="1200" dirty="0" err="1">
                          <a:solidFill>
                            <a:schemeClr val="tx1"/>
                          </a:solidFill>
                          <a:effectLst/>
                          <a:latin typeface="+mn-lt"/>
                          <a:ea typeface="+mn-ea"/>
                          <a:cs typeface="+mn-cs"/>
                        </a:rPr>
                        <a:t>img</a:t>
                      </a:r>
                      <a:r>
                        <a:rPr lang="en-US" sz="1800" b="1" kern="1200" dirty="0">
                          <a:solidFill>
                            <a:schemeClr val="tx1"/>
                          </a:solidFill>
                          <a:effectLst/>
                          <a:latin typeface="+mn-lt"/>
                          <a:ea typeface="+mn-ea"/>
                          <a:cs typeface="+mn-cs"/>
                        </a:rPr>
                        <a:t>&gt;</a:t>
                      </a:r>
                    </a:p>
                    <a:p>
                      <a:r>
                        <a:rPr lang="en-US" sz="1800" b="1" kern="1200" dirty="0">
                          <a:solidFill>
                            <a:schemeClr val="tx1"/>
                          </a:solidFill>
                          <a:effectLst/>
                          <a:latin typeface="+mn-lt"/>
                          <a:ea typeface="+mn-ea"/>
                          <a:cs typeface="+mn-cs"/>
                        </a:rPr>
                        <a:t>Used to display images.</a:t>
                      </a:r>
                    </a:p>
                    <a:p>
                      <a:r>
                        <a:rPr lang="en-US" sz="1800" b="1" kern="1200" dirty="0">
                          <a:solidFill>
                            <a:schemeClr val="tx1"/>
                          </a:solidFill>
                          <a:effectLst/>
                          <a:latin typeface="+mn-lt"/>
                          <a:ea typeface="+mn-ea"/>
                          <a:cs typeface="+mn-cs"/>
                        </a:rPr>
                        <a:t>&lt;</a:t>
                      </a:r>
                      <a:r>
                        <a:rPr lang="en-US" sz="1800" b="1" kern="1200" dirty="0" err="1">
                          <a:solidFill>
                            <a:schemeClr val="tx1"/>
                          </a:solidFill>
                          <a:effectLst/>
                          <a:latin typeface="+mn-lt"/>
                          <a:ea typeface="+mn-ea"/>
                          <a:cs typeface="+mn-cs"/>
                        </a:rPr>
                        <a:t>img</a:t>
                      </a:r>
                      <a:r>
                        <a:rPr lang="en-US" sz="1800" b="1" kern="1200" dirty="0">
                          <a:solidFill>
                            <a:schemeClr val="tx1"/>
                          </a:solidFill>
                          <a:effectLst/>
                          <a:latin typeface="+mn-lt"/>
                          <a:ea typeface="+mn-ea"/>
                          <a:cs typeface="+mn-cs"/>
                        </a:rPr>
                        <a:t> </a:t>
                      </a:r>
                      <a:r>
                        <a:rPr lang="en-US" sz="1800" b="1" kern="1200" dirty="0" err="1">
                          <a:solidFill>
                            <a:schemeClr val="tx1"/>
                          </a:solidFill>
                          <a:effectLst/>
                          <a:latin typeface="+mn-lt"/>
                          <a:ea typeface="+mn-ea"/>
                          <a:cs typeface="+mn-cs"/>
                        </a:rPr>
                        <a:t>src</a:t>
                      </a:r>
                      <a:r>
                        <a:rPr lang="en-US" sz="1800" b="1" kern="1200" dirty="0">
                          <a:solidFill>
                            <a:schemeClr val="tx1"/>
                          </a:solidFill>
                          <a:effectLst/>
                          <a:latin typeface="+mn-lt"/>
                          <a:ea typeface="+mn-ea"/>
                          <a:cs typeface="+mn-cs"/>
                        </a:rPr>
                        <a:t>="image.jpg" alt="Sample Image"&gt;</a:t>
                      </a:r>
                    </a:p>
                    <a:p>
                      <a:br>
                        <a:rPr lang="en-US" sz="1800" b="1" kern="1200" dirty="0">
                          <a:solidFill>
                            <a:schemeClr val="tx1"/>
                          </a:solidFill>
                          <a:effectLst/>
                          <a:latin typeface="+mn-lt"/>
                          <a:ea typeface="+mn-ea"/>
                          <a:cs typeface="+mn-cs"/>
                        </a:rPr>
                      </a:br>
                      <a:endParaRPr lang="en-US" sz="1800" b="1" kern="1200" dirty="0">
                        <a:solidFill>
                          <a:schemeClr val="tx1"/>
                        </a:solidFill>
                        <a:effectLst/>
                        <a:latin typeface="+mn-lt"/>
                        <a:ea typeface="+mn-ea"/>
                        <a:cs typeface="+mn-cs"/>
                      </a:endParaRPr>
                    </a:p>
                    <a:p>
                      <a:endParaRPr lang="en-US" dirty="0"/>
                    </a:p>
                  </a:txBody>
                  <a:tcPr/>
                </a:tc>
                <a:extLst>
                  <a:ext uri="{0D108BD9-81ED-4DB2-BD59-A6C34878D82A}">
                    <a16:rowId xmlns:a16="http://schemas.microsoft.com/office/drawing/2014/main" val="2335765802"/>
                  </a:ext>
                </a:extLst>
              </a:tr>
            </a:tbl>
          </a:graphicData>
        </a:graphic>
      </p:graphicFrame>
      <p:graphicFrame>
        <p:nvGraphicFramePr>
          <p:cNvPr id="12" name="Table 11">
            <a:extLst>
              <a:ext uri="{FF2B5EF4-FFF2-40B4-BE49-F238E27FC236}">
                <a16:creationId xmlns:a16="http://schemas.microsoft.com/office/drawing/2014/main" id="{01CD9E17-257D-5F32-B691-6F96EE64781C}"/>
              </a:ext>
            </a:extLst>
          </p:cNvPr>
          <p:cNvGraphicFramePr>
            <a:graphicFrameLocks noGrp="1"/>
          </p:cNvGraphicFramePr>
          <p:nvPr>
            <p:extLst>
              <p:ext uri="{D42A27DB-BD31-4B8C-83A1-F6EECF244321}">
                <p14:modId xmlns:p14="http://schemas.microsoft.com/office/powerpoint/2010/main" val="2441233271"/>
              </p:ext>
            </p:extLst>
          </p:nvPr>
        </p:nvGraphicFramePr>
        <p:xfrm>
          <a:off x="2032000" y="719666"/>
          <a:ext cx="6846824" cy="370840"/>
        </p:xfrm>
        <a:graphic>
          <a:graphicData uri="http://schemas.openxmlformats.org/drawingml/2006/table">
            <a:tbl>
              <a:tblPr firstRow="1" bandRow="1">
                <a:tableStyleId>{3B4B98B0-60AC-42C2-AFA5-B58CD77FA1E5}</a:tableStyleId>
              </a:tblPr>
              <a:tblGrid>
                <a:gridCol w="3423412">
                  <a:extLst>
                    <a:ext uri="{9D8B030D-6E8A-4147-A177-3AD203B41FA5}">
                      <a16:colId xmlns:a16="http://schemas.microsoft.com/office/drawing/2014/main" val="3563032853"/>
                    </a:ext>
                  </a:extLst>
                </a:gridCol>
                <a:gridCol w="3423412">
                  <a:extLst>
                    <a:ext uri="{9D8B030D-6E8A-4147-A177-3AD203B41FA5}">
                      <a16:colId xmlns:a16="http://schemas.microsoft.com/office/drawing/2014/main" val="3678606881"/>
                    </a:ext>
                  </a:extLst>
                </a:gridCol>
              </a:tblGrid>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1176533785"/>
                  </a:ext>
                </a:extLst>
              </a:tr>
            </a:tbl>
          </a:graphicData>
        </a:graphic>
      </p:graphicFrame>
      <p:graphicFrame>
        <p:nvGraphicFramePr>
          <p:cNvPr id="13" name="Table 12">
            <a:extLst>
              <a:ext uri="{FF2B5EF4-FFF2-40B4-BE49-F238E27FC236}">
                <a16:creationId xmlns:a16="http://schemas.microsoft.com/office/drawing/2014/main" id="{E294630B-207B-85A4-D4D0-0964233DECC7}"/>
              </a:ext>
            </a:extLst>
          </p:cNvPr>
          <p:cNvGraphicFramePr>
            <a:graphicFrameLocks noGrp="1"/>
          </p:cNvGraphicFramePr>
          <p:nvPr>
            <p:extLst>
              <p:ext uri="{D42A27DB-BD31-4B8C-83A1-F6EECF244321}">
                <p14:modId xmlns:p14="http://schemas.microsoft.com/office/powerpoint/2010/main" val="2602460872"/>
              </p:ext>
            </p:extLst>
          </p:nvPr>
        </p:nvGraphicFramePr>
        <p:xfrm>
          <a:off x="590609" y="4832104"/>
          <a:ext cx="8128000" cy="173736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525034111"/>
                    </a:ext>
                  </a:extLst>
                </a:gridCol>
                <a:gridCol w="4064000">
                  <a:extLst>
                    <a:ext uri="{9D8B030D-6E8A-4147-A177-3AD203B41FA5}">
                      <a16:colId xmlns:a16="http://schemas.microsoft.com/office/drawing/2014/main" val="1424939745"/>
                    </a:ext>
                  </a:extLst>
                </a:gridCol>
              </a:tblGrid>
              <a:tr h="370840">
                <a:tc>
                  <a:txBody>
                    <a:bodyPr/>
                    <a:lstStyle/>
                    <a:p>
                      <a:r>
                        <a:rPr lang="en-US" sz="1800" b="1" kern="1200" dirty="0">
                          <a:solidFill>
                            <a:schemeClr val="tx1"/>
                          </a:solidFill>
                          <a:effectLst/>
                          <a:latin typeface="+mn-lt"/>
                          <a:ea typeface="+mn-ea"/>
                          <a:cs typeface="+mn-cs"/>
                        </a:rPr>
                        <a:t>6. Division and Span Tags</a:t>
                      </a:r>
                    </a:p>
                    <a:p>
                      <a:endParaRPr lang="en-US" sz="1800" b="1" kern="1200" dirty="0">
                        <a:solidFill>
                          <a:schemeClr val="tx1"/>
                        </a:solidFill>
                        <a:effectLst/>
                        <a:latin typeface="+mn-lt"/>
                        <a:ea typeface="+mn-ea"/>
                        <a:cs typeface="+mn-cs"/>
                      </a:endParaRPr>
                    </a:p>
                    <a:p>
                      <a:r>
                        <a:rPr lang="en-US" sz="1800" b="1" kern="1200" dirty="0">
                          <a:solidFill>
                            <a:schemeClr val="tx1"/>
                          </a:solidFill>
                          <a:effectLst/>
                          <a:latin typeface="+mn-lt"/>
                          <a:ea typeface="+mn-ea"/>
                          <a:cs typeface="+mn-cs"/>
                        </a:rPr>
                        <a:t>(1) &lt;div&gt;</a:t>
                      </a:r>
                    </a:p>
                    <a:p>
                      <a:r>
                        <a:rPr lang="en-US" sz="1800" b="1" kern="1200" dirty="0">
                          <a:solidFill>
                            <a:schemeClr val="tx1"/>
                          </a:solidFill>
                          <a:effectLst/>
                          <a:latin typeface="+mn-lt"/>
                          <a:ea typeface="+mn-ea"/>
                          <a:cs typeface="+mn-cs"/>
                        </a:rPr>
                        <a:t>Block-level container.</a:t>
                      </a:r>
                    </a:p>
                    <a:p>
                      <a:r>
                        <a:rPr lang="en-US" sz="1800" b="1" kern="1200" dirty="0">
                          <a:solidFill>
                            <a:schemeClr val="tx1"/>
                          </a:solidFill>
                          <a:effectLst/>
                          <a:latin typeface="+mn-lt"/>
                          <a:ea typeface="+mn-ea"/>
                          <a:cs typeface="+mn-cs"/>
                        </a:rPr>
                        <a:t>&lt;div&gt;This is a division block&lt;/div&gt;</a:t>
                      </a:r>
                    </a:p>
                    <a:p>
                      <a:endParaRPr lang="en-US" dirty="0"/>
                    </a:p>
                  </a:txBody>
                  <a:tcPr/>
                </a:tc>
                <a:tc>
                  <a:txBody>
                    <a:bodyPr/>
                    <a:lstStyle/>
                    <a:p>
                      <a:endParaRPr lang="en-US" sz="1800" b="1" kern="1200">
                        <a:solidFill>
                          <a:schemeClr val="tx1"/>
                        </a:solidFill>
                        <a:effectLst/>
                        <a:latin typeface="+mn-lt"/>
                        <a:ea typeface="+mn-ea"/>
                        <a:cs typeface="+mn-cs"/>
                      </a:endParaRPr>
                    </a:p>
                    <a:p>
                      <a:r>
                        <a:rPr lang="en-US" sz="1800" b="1" kern="1200">
                          <a:solidFill>
                            <a:schemeClr val="tx1"/>
                          </a:solidFill>
                          <a:effectLst/>
                          <a:latin typeface="+mn-lt"/>
                          <a:ea typeface="+mn-ea"/>
                          <a:cs typeface="+mn-cs"/>
                        </a:rPr>
                        <a:t>(</a:t>
                      </a:r>
                      <a:r>
                        <a:rPr lang="en-US" sz="1800" b="1" kern="1200" dirty="0">
                          <a:solidFill>
                            <a:schemeClr val="tx1"/>
                          </a:solidFill>
                          <a:effectLst/>
                          <a:latin typeface="+mn-lt"/>
                          <a:ea typeface="+mn-ea"/>
                          <a:cs typeface="+mn-cs"/>
                        </a:rPr>
                        <a:t>2) &lt;span&gt;</a:t>
                      </a:r>
                    </a:p>
                    <a:p>
                      <a:r>
                        <a:rPr lang="en-US" sz="1800" b="1" kern="1200" dirty="0">
                          <a:solidFill>
                            <a:schemeClr val="tx1"/>
                          </a:solidFill>
                          <a:effectLst/>
                          <a:latin typeface="+mn-lt"/>
                          <a:ea typeface="+mn-ea"/>
                          <a:cs typeface="+mn-cs"/>
                        </a:rPr>
                        <a:t>Inline container.</a:t>
                      </a:r>
                    </a:p>
                    <a:p>
                      <a:r>
                        <a:rPr lang="en-US" sz="1800" b="1" kern="1200" dirty="0">
                          <a:solidFill>
                            <a:schemeClr val="tx1"/>
                          </a:solidFill>
                          <a:effectLst/>
                          <a:latin typeface="+mn-lt"/>
                          <a:ea typeface="+mn-ea"/>
                          <a:cs typeface="+mn-cs"/>
                        </a:rPr>
                        <a:t>&lt;span&gt;This is inline text&lt;/span&gt;</a:t>
                      </a:r>
                    </a:p>
                    <a:p>
                      <a:endParaRPr lang="en-US" dirty="0"/>
                    </a:p>
                  </a:txBody>
                  <a:tcPr/>
                </a:tc>
                <a:extLst>
                  <a:ext uri="{0D108BD9-81ED-4DB2-BD59-A6C34878D82A}">
                    <a16:rowId xmlns:a16="http://schemas.microsoft.com/office/drawing/2014/main" val="1269077012"/>
                  </a:ext>
                </a:extLst>
              </a:tr>
            </a:tbl>
          </a:graphicData>
        </a:graphic>
      </p:graphicFrame>
    </p:spTree>
    <p:extLst>
      <p:ext uri="{BB962C8B-B14F-4D97-AF65-F5344CB8AC3E}">
        <p14:creationId xmlns:p14="http://schemas.microsoft.com/office/powerpoint/2010/main" val="1272247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F2A5B-4FFC-12B2-2638-18E48C1E0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0A664A-1248-2D43-8F6C-B9144A682CF5}"/>
              </a:ext>
            </a:extLst>
          </p:cNvPr>
          <p:cNvSpPr>
            <a:spLocks noGrp="1"/>
          </p:cNvSpPr>
          <p:nvPr>
            <p:ph type="title"/>
          </p:nvPr>
        </p:nvSpPr>
        <p:spPr>
          <a:xfrm>
            <a:off x="4364809" y="1057274"/>
            <a:ext cx="7043617" cy="2520217"/>
          </a:xfrm>
        </p:spPr>
        <p:txBody>
          <a:bodyPr/>
          <a:lstStyle/>
          <a:p>
            <a:r>
              <a:rPr lang="en-US" dirty="0"/>
              <a:t>Working with Text and Images with CSS</a:t>
            </a:r>
          </a:p>
        </p:txBody>
      </p:sp>
      <p:sp>
        <p:nvSpPr>
          <p:cNvPr id="3" name="Slide Number Placeholder 2">
            <a:extLst>
              <a:ext uri="{FF2B5EF4-FFF2-40B4-BE49-F238E27FC236}">
                <a16:creationId xmlns:a16="http://schemas.microsoft.com/office/drawing/2014/main" id="{DF655F88-61E8-84F5-717A-701322D0701F}"/>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26</a:t>
            </a:fld>
            <a:endParaRPr lang="en-US" dirty="0"/>
          </a:p>
        </p:txBody>
      </p:sp>
    </p:spTree>
    <p:extLst>
      <p:ext uri="{BB962C8B-B14F-4D97-AF65-F5344CB8AC3E}">
        <p14:creationId xmlns:p14="http://schemas.microsoft.com/office/powerpoint/2010/main" val="15448886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4A63B-0768-530F-ED30-7470B531D71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20B5190-02C9-E95B-E385-70E86AC37BBF}"/>
              </a:ext>
            </a:extLst>
          </p:cNvPr>
          <p:cNvSpPr>
            <a:spLocks noGrp="1"/>
          </p:cNvSpPr>
          <p:nvPr>
            <p:ph sz="quarter" idx="4"/>
          </p:nvPr>
        </p:nvSpPr>
        <p:spPr>
          <a:xfrm>
            <a:off x="365607" y="254772"/>
            <a:ext cx="11311281" cy="6136884"/>
          </a:xfrm>
        </p:spPr>
        <p:txBody>
          <a:bodyPr/>
          <a:lstStyle/>
          <a:p>
            <a:r>
              <a:rPr lang="en-US" dirty="0"/>
              <a:t>Working with text and images using CSS involves common layout techniques such as positioning text over images, placing them side-by-side, or allowing text to wrap around images. These methods use properties like position, float, flexbox, grid, and background-image.</a:t>
            </a:r>
          </a:p>
          <a:p>
            <a:pPr algn="ctr"/>
            <a:r>
              <a:rPr lang="en-US" sz="2400" b="1" dirty="0"/>
              <a:t>Key Techniques and Properties</a:t>
            </a:r>
          </a:p>
          <a:p>
            <a:pPr algn="ctr"/>
            <a:endParaRPr lang="en-US" sz="2400" b="1" dirty="0"/>
          </a:p>
          <a:p>
            <a:r>
              <a:rPr lang="en-US" b="1" dirty="0"/>
              <a:t>1.  Overlay Text on Images</a:t>
            </a:r>
          </a:p>
          <a:p>
            <a:r>
              <a:rPr lang="en-US" dirty="0"/>
              <a:t>This technique wraps both the image and text inside a container set to position: relative. The text is positioned using position: absolute.</a:t>
            </a:r>
          </a:p>
          <a:p>
            <a:r>
              <a:rPr lang="en-US" b="1" dirty="0"/>
              <a:t>Example</a:t>
            </a:r>
          </a:p>
          <a:p>
            <a:r>
              <a:rPr lang="en-US" b="1" dirty="0"/>
              <a:t>HTML</a:t>
            </a:r>
          </a:p>
          <a:p>
            <a:r>
              <a:rPr lang="en-US" dirty="0"/>
              <a:t>&lt;div class="image-container"&gt;</a:t>
            </a:r>
          </a:p>
          <a:p>
            <a:r>
              <a:rPr lang="en-US" dirty="0"/>
              <a:t>  &lt;</a:t>
            </a:r>
            <a:r>
              <a:rPr lang="en-US" dirty="0" err="1"/>
              <a:t>img</a:t>
            </a:r>
            <a:r>
              <a:rPr lang="en-US" dirty="0"/>
              <a:t> </a:t>
            </a:r>
            <a:r>
              <a:rPr lang="en-US" dirty="0" err="1"/>
              <a:t>src</a:t>
            </a:r>
            <a:r>
              <a:rPr lang="en-US" dirty="0"/>
              <a:t>="image.jpg" alt="Sample Image"&gt;</a:t>
            </a:r>
          </a:p>
          <a:p>
            <a:r>
              <a:rPr lang="en-US" dirty="0"/>
              <a:t>  &lt;div class="overlay-text"&gt;Overlay Text&lt;/div&gt;</a:t>
            </a:r>
          </a:p>
          <a:p>
            <a:r>
              <a:rPr lang="en-US" dirty="0"/>
              <a:t>&lt;/div&gt;</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353096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21122-2E03-7636-E779-A19E9D96715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868E67C-50BB-8BAD-CDD2-2B8C7BC6ACCD}"/>
              </a:ext>
            </a:extLst>
          </p:cNvPr>
          <p:cNvSpPr>
            <a:spLocks noGrp="1"/>
          </p:cNvSpPr>
          <p:nvPr>
            <p:ph sz="quarter" idx="4"/>
          </p:nvPr>
        </p:nvSpPr>
        <p:spPr>
          <a:xfrm>
            <a:off x="365607" y="254772"/>
            <a:ext cx="10854081" cy="5954004"/>
          </a:xfrm>
        </p:spPr>
        <p:txBody>
          <a:bodyPr>
            <a:normAutofit fontScale="77500" lnSpcReduction="20000"/>
          </a:bodyPr>
          <a:lstStyle/>
          <a:p>
            <a:r>
              <a:rPr lang="en-US" dirty="0"/>
              <a:t>.image-container {</a:t>
            </a:r>
          </a:p>
          <a:p>
            <a:r>
              <a:rPr lang="en-US" dirty="0"/>
              <a:t>  position: relative;</a:t>
            </a:r>
          </a:p>
          <a:p>
            <a:r>
              <a:rPr lang="en-US" dirty="0"/>
              <a:t>  width: 300px;</a:t>
            </a:r>
          </a:p>
          <a:p>
            <a:r>
              <a:rPr lang="en-US" dirty="0"/>
              <a:t>}</a:t>
            </a:r>
          </a:p>
          <a:p>
            <a:endParaRPr lang="en-US" dirty="0"/>
          </a:p>
          <a:p>
            <a:r>
              <a:rPr lang="en-US" dirty="0"/>
              <a:t>.image-container </a:t>
            </a:r>
            <a:r>
              <a:rPr lang="en-US" dirty="0" err="1"/>
              <a:t>img</a:t>
            </a:r>
            <a:r>
              <a:rPr lang="en-US" dirty="0"/>
              <a:t> {</a:t>
            </a:r>
          </a:p>
          <a:p>
            <a:r>
              <a:rPr lang="en-US" dirty="0"/>
              <a:t>  width: 100%;</a:t>
            </a:r>
          </a:p>
          <a:p>
            <a:r>
              <a:rPr lang="en-US" dirty="0"/>
              <a:t>  display: block;</a:t>
            </a:r>
          </a:p>
          <a:p>
            <a:r>
              <a:rPr lang="en-US" dirty="0"/>
              <a:t>}</a:t>
            </a:r>
          </a:p>
          <a:p>
            <a:endParaRPr lang="en-US" dirty="0"/>
          </a:p>
          <a:p>
            <a:r>
              <a:rPr lang="en-US" dirty="0"/>
              <a:t>.overlay-text {</a:t>
            </a:r>
          </a:p>
          <a:p>
            <a:r>
              <a:rPr lang="en-US" dirty="0"/>
              <a:t>  position: absolute;</a:t>
            </a:r>
          </a:p>
          <a:p>
            <a:r>
              <a:rPr lang="en-US" dirty="0"/>
              <a:t>  bottom: 10px;</a:t>
            </a:r>
          </a:p>
          <a:p>
            <a:r>
              <a:rPr lang="en-US" dirty="0"/>
              <a:t>  left: 10px;</a:t>
            </a:r>
          </a:p>
          <a:p>
            <a:r>
              <a:rPr lang="en-US" dirty="0"/>
              <a:t>  color: white;</a:t>
            </a:r>
          </a:p>
          <a:p>
            <a:r>
              <a:rPr lang="en-US" dirty="0"/>
              <a:t>  background: </a:t>
            </a:r>
            <a:r>
              <a:rPr lang="en-US" dirty="0" err="1"/>
              <a:t>rgba</a:t>
            </a:r>
            <a:r>
              <a:rPr lang="en-US" dirty="0"/>
              <a:t>(0, 0, 0, 0.6);</a:t>
            </a:r>
          </a:p>
          <a:p>
            <a:r>
              <a:rPr lang="en-US" dirty="0"/>
              <a:t>  padding: 8px;</a:t>
            </a:r>
          </a:p>
          <a:p>
            <a:r>
              <a:rPr lang="en-US" dirty="0"/>
              <a:t>}</a:t>
            </a:r>
          </a:p>
          <a:p>
            <a:r>
              <a:rPr lang="en-US" dirty="0"/>
              <a:t>✔ position: relative on container</a:t>
            </a:r>
            <a:br>
              <a:rPr lang="en-US" dirty="0"/>
            </a:br>
            <a:r>
              <a:rPr lang="en-US" dirty="0"/>
              <a:t>✔ position: absolute on text</a:t>
            </a:r>
            <a:br>
              <a:rPr lang="en-US" dirty="0"/>
            </a:br>
            <a:r>
              <a:rPr lang="en-US" dirty="0"/>
              <a:t>✔ Semi-transparent background improves readability</a:t>
            </a:r>
          </a:p>
          <a:p>
            <a:endParaRPr lang="en-US" dirty="0"/>
          </a:p>
        </p:txBody>
      </p:sp>
    </p:spTree>
    <p:extLst>
      <p:ext uri="{BB962C8B-B14F-4D97-AF65-F5344CB8AC3E}">
        <p14:creationId xmlns:p14="http://schemas.microsoft.com/office/powerpoint/2010/main" val="3325389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BF5B-3DF0-BDD9-816F-1380FB5CABE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8C0FC8E-E2E7-9D5C-B5C6-F61F7EF2BC20}"/>
              </a:ext>
            </a:extLst>
          </p:cNvPr>
          <p:cNvSpPr>
            <a:spLocks noGrp="1"/>
          </p:cNvSpPr>
          <p:nvPr>
            <p:ph sz="quarter" idx="4"/>
          </p:nvPr>
        </p:nvSpPr>
        <p:spPr>
          <a:xfrm>
            <a:off x="365607" y="254772"/>
            <a:ext cx="10771785" cy="6100308"/>
          </a:xfrm>
        </p:spPr>
        <p:txBody>
          <a:bodyPr>
            <a:normAutofit fontScale="92500" lnSpcReduction="20000"/>
          </a:bodyPr>
          <a:lstStyle/>
          <a:p>
            <a:r>
              <a:rPr lang="en-US" b="1" dirty="0"/>
              <a:t>2. Wrap Text Around Images</a:t>
            </a:r>
          </a:p>
          <a:p>
            <a:r>
              <a:rPr lang="en-US" dirty="0"/>
              <a:t>The float property allows text to flow around an image.</a:t>
            </a:r>
          </a:p>
          <a:p>
            <a:r>
              <a:rPr lang="en-US" b="1" dirty="0"/>
              <a:t>Example</a:t>
            </a:r>
          </a:p>
          <a:p>
            <a:r>
              <a:rPr lang="en-US" b="1" dirty="0"/>
              <a:t>HTML</a:t>
            </a:r>
          </a:p>
          <a:p>
            <a:r>
              <a:rPr lang="en-US" dirty="0"/>
              <a:t>&lt;</a:t>
            </a:r>
            <a:r>
              <a:rPr lang="en-US" dirty="0" err="1"/>
              <a:t>img</a:t>
            </a:r>
            <a:r>
              <a:rPr lang="en-US" dirty="0"/>
              <a:t> </a:t>
            </a:r>
            <a:r>
              <a:rPr lang="en-US" dirty="0" err="1"/>
              <a:t>src</a:t>
            </a:r>
            <a:r>
              <a:rPr lang="en-US" dirty="0"/>
              <a:t>="image.jpg" alt="Sample Image" class="float-</a:t>
            </a:r>
            <a:r>
              <a:rPr lang="en-US" dirty="0" err="1"/>
              <a:t>img</a:t>
            </a:r>
            <a:r>
              <a:rPr lang="en-US" dirty="0"/>
              <a:t>"&gt;</a:t>
            </a:r>
          </a:p>
          <a:p>
            <a:r>
              <a:rPr lang="en-US" dirty="0"/>
              <a:t>&lt;p&gt;</a:t>
            </a:r>
          </a:p>
          <a:p>
            <a:r>
              <a:rPr lang="en-US" dirty="0"/>
              <a:t>  This paragraph wraps around the image. The float property allows</a:t>
            </a:r>
          </a:p>
          <a:p>
            <a:r>
              <a:rPr lang="en-US" dirty="0"/>
              <a:t>  text to flow beside the image naturally.</a:t>
            </a:r>
          </a:p>
          <a:p>
            <a:r>
              <a:rPr lang="en-US" dirty="0"/>
              <a:t>&lt;/p&gt;</a:t>
            </a:r>
          </a:p>
          <a:p>
            <a:endParaRPr lang="en-US" dirty="0"/>
          </a:p>
          <a:p>
            <a:r>
              <a:rPr lang="en-US" b="1" dirty="0"/>
              <a:t>CSS</a:t>
            </a:r>
          </a:p>
          <a:p>
            <a:r>
              <a:rPr lang="en-US" dirty="0"/>
              <a:t>.float-</a:t>
            </a:r>
            <a:r>
              <a:rPr lang="en-US" dirty="0" err="1"/>
              <a:t>img</a:t>
            </a:r>
            <a:r>
              <a:rPr lang="en-US" dirty="0"/>
              <a:t> {</a:t>
            </a:r>
          </a:p>
          <a:p>
            <a:r>
              <a:rPr lang="en-US" dirty="0"/>
              <a:t>  float: left;</a:t>
            </a:r>
          </a:p>
          <a:p>
            <a:r>
              <a:rPr lang="en-US" dirty="0"/>
              <a:t>  width: 150px;</a:t>
            </a:r>
          </a:p>
          <a:p>
            <a:r>
              <a:rPr lang="en-US" dirty="0"/>
              <a:t>  margin: 10px;</a:t>
            </a:r>
          </a:p>
          <a:p>
            <a:r>
              <a:rPr lang="en-US" dirty="0"/>
              <a:t>}</a:t>
            </a:r>
          </a:p>
          <a:p>
            <a:r>
              <a:rPr lang="en-US" dirty="0"/>
              <a:t>✔ Use float: left or float: right</a:t>
            </a:r>
            <a:br>
              <a:rPr lang="en-US" dirty="0"/>
            </a:br>
            <a:r>
              <a:rPr lang="en-US" dirty="0"/>
              <a:t>✔ Add margin to create spacing</a:t>
            </a:r>
          </a:p>
          <a:p>
            <a:endParaRPr lang="en-US" dirty="0"/>
          </a:p>
        </p:txBody>
      </p:sp>
    </p:spTree>
    <p:extLst>
      <p:ext uri="{BB962C8B-B14F-4D97-AF65-F5344CB8AC3E}">
        <p14:creationId xmlns:p14="http://schemas.microsoft.com/office/powerpoint/2010/main" val="820848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32254-AA05-D5D2-C011-26CC6957B37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853D408-5B26-DBF5-547F-B72840294331}"/>
              </a:ext>
            </a:extLst>
          </p:cNvPr>
          <p:cNvSpPr>
            <a:spLocks noGrp="1"/>
          </p:cNvSpPr>
          <p:nvPr>
            <p:ph sz="quarter" idx="4"/>
          </p:nvPr>
        </p:nvSpPr>
        <p:spPr>
          <a:xfrm>
            <a:off x="365607" y="254772"/>
            <a:ext cx="11228985" cy="6237468"/>
          </a:xfrm>
        </p:spPr>
        <p:txBody>
          <a:bodyPr>
            <a:normAutofit/>
          </a:bodyPr>
          <a:lstStyle/>
          <a:p>
            <a:r>
              <a:rPr lang="en-US" b="1" dirty="0"/>
              <a:t>3. Place Images and Text Side-by-Side (Flexbox)</a:t>
            </a:r>
          </a:p>
          <a:p>
            <a:r>
              <a:rPr lang="en-US" dirty="0"/>
              <a:t>Flexbox is a modern and responsive layout method.</a:t>
            </a:r>
          </a:p>
          <a:p>
            <a:r>
              <a:rPr lang="en-US" b="1" dirty="0"/>
              <a:t>Example</a:t>
            </a:r>
          </a:p>
        </p:txBody>
      </p:sp>
      <p:graphicFrame>
        <p:nvGraphicFramePr>
          <p:cNvPr id="2" name="Table 1">
            <a:extLst>
              <a:ext uri="{FF2B5EF4-FFF2-40B4-BE49-F238E27FC236}">
                <a16:creationId xmlns:a16="http://schemas.microsoft.com/office/drawing/2014/main" id="{41582894-D484-E87D-1725-0CBFB26F0CC5}"/>
              </a:ext>
            </a:extLst>
          </p:cNvPr>
          <p:cNvGraphicFramePr>
            <a:graphicFrameLocks noGrp="1"/>
          </p:cNvGraphicFramePr>
          <p:nvPr>
            <p:extLst>
              <p:ext uri="{D42A27DB-BD31-4B8C-83A1-F6EECF244321}">
                <p14:modId xmlns:p14="http://schemas.microsoft.com/office/powerpoint/2010/main" val="1000627854"/>
              </p:ext>
            </p:extLst>
          </p:nvPr>
        </p:nvGraphicFramePr>
        <p:xfrm>
          <a:off x="365606" y="1515194"/>
          <a:ext cx="10936378" cy="3977640"/>
        </p:xfrm>
        <a:graphic>
          <a:graphicData uri="http://schemas.openxmlformats.org/drawingml/2006/table">
            <a:tbl>
              <a:tblPr firstRow="1" bandRow="1">
                <a:tableStyleId>{3B4B98B0-60AC-42C2-AFA5-B58CD77FA1E5}</a:tableStyleId>
              </a:tblPr>
              <a:tblGrid>
                <a:gridCol w="5468189">
                  <a:extLst>
                    <a:ext uri="{9D8B030D-6E8A-4147-A177-3AD203B41FA5}">
                      <a16:colId xmlns:a16="http://schemas.microsoft.com/office/drawing/2014/main" val="2711285135"/>
                    </a:ext>
                  </a:extLst>
                </a:gridCol>
                <a:gridCol w="5468189">
                  <a:extLst>
                    <a:ext uri="{9D8B030D-6E8A-4147-A177-3AD203B41FA5}">
                      <a16:colId xmlns:a16="http://schemas.microsoft.com/office/drawing/2014/main" val="614295187"/>
                    </a:ext>
                  </a:extLst>
                </a:gridCol>
              </a:tblGrid>
              <a:tr h="370840">
                <a:tc>
                  <a:txBody>
                    <a:bodyPr/>
                    <a:lstStyle/>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HTML</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&lt;div class="flex-container"&gt;</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&lt;</a:t>
                      </a:r>
                      <a:r>
                        <a:rPr lang="en-US" sz="1800" kern="1200" dirty="0" err="1">
                          <a:solidFill>
                            <a:schemeClr val="accent6"/>
                          </a:solidFill>
                          <a:latin typeface="+mn-lt"/>
                          <a:ea typeface="+mn-ea"/>
                          <a:cs typeface="+mn-cs"/>
                        </a:rPr>
                        <a:t>img</a:t>
                      </a:r>
                      <a:r>
                        <a:rPr lang="en-US" sz="1800" kern="1200" dirty="0">
                          <a:solidFill>
                            <a:schemeClr val="accent6"/>
                          </a:solidFill>
                          <a:latin typeface="+mn-lt"/>
                          <a:ea typeface="+mn-ea"/>
                          <a:cs typeface="+mn-cs"/>
                        </a:rPr>
                        <a:t> </a:t>
                      </a:r>
                      <a:r>
                        <a:rPr lang="en-US" sz="1800" kern="1200" dirty="0" err="1">
                          <a:solidFill>
                            <a:schemeClr val="accent6"/>
                          </a:solidFill>
                          <a:latin typeface="+mn-lt"/>
                          <a:ea typeface="+mn-ea"/>
                          <a:cs typeface="+mn-cs"/>
                        </a:rPr>
                        <a:t>src</a:t>
                      </a:r>
                      <a:r>
                        <a:rPr lang="en-US" sz="1800" kern="1200" dirty="0">
                          <a:solidFill>
                            <a:schemeClr val="accent6"/>
                          </a:solidFill>
                          <a:latin typeface="+mn-lt"/>
                          <a:ea typeface="+mn-ea"/>
                          <a:cs typeface="+mn-cs"/>
                        </a:rPr>
                        <a:t>="image.jpg" alt="Sample"&gt;</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&lt;div class="text"&gt;</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&lt;h2&gt;Title&lt;/h2&gt;</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&lt;p&gt;This text appears beside the image.&lt;/p&gt;</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&lt;/div&gt;</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&lt;/div&gt;</a:t>
                      </a:r>
                    </a:p>
                    <a:p>
                      <a:pPr marL="0" indent="0" algn="l" defTabSz="914400" rtl="0" eaLnBrk="1" latinLnBrk="0" hangingPunct="1">
                        <a:lnSpc>
                          <a:spcPct val="100000"/>
                        </a:lnSpc>
                        <a:spcBef>
                          <a:spcPts val="1000"/>
                        </a:spcBef>
                        <a:buFont typeface="Arial" panose="020B0604020202020204" pitchFamily="34" charset="0"/>
                        <a:buNone/>
                      </a:pPr>
                      <a:endParaRPr lang="en-US" sz="1800" kern="1200" dirty="0">
                        <a:solidFill>
                          <a:schemeClr val="accent6"/>
                        </a:solidFill>
                        <a:latin typeface="+mn-lt"/>
                        <a:ea typeface="+mn-ea"/>
                        <a:cs typeface="+mn-cs"/>
                      </a:endParaRPr>
                    </a:p>
                  </a:txBody>
                  <a:tcPr/>
                </a:tc>
                <a:tc>
                  <a:txBody>
                    <a:bodyPr/>
                    <a:lstStyle/>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CSS</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.flex-container {</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display: flex;</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align-items: center;</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gap: 20px;</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.flex-container </a:t>
                      </a:r>
                      <a:r>
                        <a:rPr lang="en-US" sz="1800" kern="1200" dirty="0" err="1">
                          <a:solidFill>
                            <a:schemeClr val="accent6"/>
                          </a:solidFill>
                          <a:latin typeface="+mn-lt"/>
                          <a:ea typeface="+mn-ea"/>
                          <a:cs typeface="+mn-cs"/>
                        </a:rPr>
                        <a:t>img</a:t>
                      </a:r>
                      <a:r>
                        <a:rPr lang="en-US" sz="1800" kern="1200" dirty="0">
                          <a:solidFill>
                            <a:schemeClr val="accent6"/>
                          </a:solidFill>
                          <a:latin typeface="+mn-lt"/>
                          <a:ea typeface="+mn-ea"/>
                          <a:cs typeface="+mn-cs"/>
                        </a:rPr>
                        <a:t> {</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  width: 200px;</a:t>
                      </a:r>
                    </a:p>
                    <a:p>
                      <a:pPr marL="0" indent="0" algn="l" defTabSz="914400" rtl="0" eaLnBrk="1" latinLnBrk="0" hangingPunct="1">
                        <a:lnSpc>
                          <a:spcPct val="100000"/>
                        </a:lnSpc>
                        <a:spcBef>
                          <a:spcPts val="1000"/>
                        </a:spcBef>
                        <a:buFont typeface="Arial" panose="020B0604020202020204" pitchFamily="34" charset="0"/>
                        <a:buNone/>
                      </a:pPr>
                      <a:r>
                        <a:rPr lang="en-US" sz="1800" kern="1200" dirty="0">
                          <a:solidFill>
                            <a:schemeClr val="accent6"/>
                          </a:solidFill>
                          <a:latin typeface="+mn-lt"/>
                          <a:ea typeface="+mn-ea"/>
                          <a:cs typeface="+mn-cs"/>
                        </a:rPr>
                        <a:t>}</a:t>
                      </a:r>
                    </a:p>
                    <a:p>
                      <a:pPr marL="0" indent="0" algn="l" defTabSz="914400" rtl="0" eaLnBrk="1" latinLnBrk="0" hangingPunct="1">
                        <a:lnSpc>
                          <a:spcPct val="100000"/>
                        </a:lnSpc>
                        <a:spcBef>
                          <a:spcPts val="1000"/>
                        </a:spcBef>
                        <a:buFont typeface="Arial" panose="020B0604020202020204" pitchFamily="34" charset="0"/>
                        <a:buNone/>
                      </a:pPr>
                      <a:endParaRPr lang="en-US" sz="1800" kern="1200" dirty="0">
                        <a:solidFill>
                          <a:schemeClr val="accent6"/>
                        </a:solidFill>
                        <a:latin typeface="+mn-lt"/>
                        <a:ea typeface="+mn-ea"/>
                        <a:cs typeface="+mn-cs"/>
                      </a:endParaRPr>
                    </a:p>
                  </a:txBody>
                  <a:tcPr/>
                </a:tc>
                <a:extLst>
                  <a:ext uri="{0D108BD9-81ED-4DB2-BD59-A6C34878D82A}">
                    <a16:rowId xmlns:a16="http://schemas.microsoft.com/office/drawing/2014/main" val="637944558"/>
                  </a:ext>
                </a:extLst>
              </a:tr>
            </a:tbl>
          </a:graphicData>
        </a:graphic>
      </p:graphicFrame>
      <p:pic>
        <p:nvPicPr>
          <p:cNvPr id="7" name="Picture 6">
            <a:extLst>
              <a:ext uri="{FF2B5EF4-FFF2-40B4-BE49-F238E27FC236}">
                <a16:creationId xmlns:a16="http://schemas.microsoft.com/office/drawing/2014/main" id="{DF5AE686-F1D0-2C8D-AD74-553B01CA74DE}"/>
              </a:ext>
            </a:extLst>
          </p:cNvPr>
          <p:cNvPicPr>
            <a:picLocks noChangeAspect="1"/>
          </p:cNvPicPr>
          <p:nvPr/>
        </p:nvPicPr>
        <p:blipFill>
          <a:blip r:embed="rId2"/>
          <a:stretch>
            <a:fillRect/>
          </a:stretch>
        </p:blipFill>
        <p:spPr>
          <a:xfrm>
            <a:off x="365605" y="5421036"/>
            <a:ext cx="2255716" cy="774259"/>
          </a:xfrm>
          <a:prstGeom prst="rect">
            <a:avLst/>
          </a:prstGeom>
        </p:spPr>
      </p:pic>
    </p:spTree>
    <p:extLst>
      <p:ext uri="{BB962C8B-B14F-4D97-AF65-F5344CB8AC3E}">
        <p14:creationId xmlns:p14="http://schemas.microsoft.com/office/powerpoint/2010/main" val="23264762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767A5-C8B8-2910-3683-49547B53C57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1DEA963-D20F-4EDF-948E-411C73016DFD}"/>
              </a:ext>
            </a:extLst>
          </p:cNvPr>
          <p:cNvSpPr>
            <a:spLocks noGrp="1"/>
          </p:cNvSpPr>
          <p:nvPr>
            <p:ph sz="quarter" idx="4"/>
          </p:nvPr>
        </p:nvSpPr>
        <p:spPr>
          <a:xfrm>
            <a:off x="365607" y="254772"/>
            <a:ext cx="10616337" cy="6255756"/>
          </a:xfrm>
        </p:spPr>
        <p:txBody>
          <a:bodyPr>
            <a:normAutofit/>
          </a:bodyPr>
          <a:lstStyle/>
          <a:p>
            <a:r>
              <a:rPr lang="en-US" b="1" dirty="0"/>
              <a:t>4. Side-by-Side Using Inline-Block</a:t>
            </a:r>
          </a:p>
          <a:p>
            <a:r>
              <a:rPr lang="en-US" dirty="0"/>
              <a:t>For simple layouts, display: inline-block can be used.</a:t>
            </a:r>
          </a:p>
          <a:p>
            <a:endParaRPr lang="en-US" dirty="0"/>
          </a:p>
          <a:p>
            <a:endParaRPr lang="en-US" dirty="0"/>
          </a:p>
        </p:txBody>
      </p:sp>
      <p:graphicFrame>
        <p:nvGraphicFramePr>
          <p:cNvPr id="2" name="Table 1">
            <a:extLst>
              <a:ext uri="{FF2B5EF4-FFF2-40B4-BE49-F238E27FC236}">
                <a16:creationId xmlns:a16="http://schemas.microsoft.com/office/drawing/2014/main" id="{04A768FA-5E94-8694-B093-0B306699F5D5}"/>
              </a:ext>
            </a:extLst>
          </p:cNvPr>
          <p:cNvGraphicFramePr>
            <a:graphicFrameLocks noGrp="1"/>
          </p:cNvGraphicFramePr>
          <p:nvPr>
            <p:extLst>
              <p:ext uri="{D42A27DB-BD31-4B8C-83A1-F6EECF244321}">
                <p14:modId xmlns:p14="http://schemas.microsoft.com/office/powerpoint/2010/main" val="1500326210"/>
              </p:ext>
            </p:extLst>
          </p:nvPr>
        </p:nvGraphicFramePr>
        <p:xfrm>
          <a:off x="477520" y="1057994"/>
          <a:ext cx="8128000" cy="201168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27659916"/>
                    </a:ext>
                  </a:extLst>
                </a:gridCol>
                <a:gridCol w="4064000">
                  <a:extLst>
                    <a:ext uri="{9D8B030D-6E8A-4147-A177-3AD203B41FA5}">
                      <a16:colId xmlns:a16="http://schemas.microsoft.com/office/drawing/2014/main" val="2170765224"/>
                    </a:ext>
                  </a:extLst>
                </a:gridCol>
              </a:tblGrid>
              <a:tr h="370840">
                <a:tc>
                  <a:txBody>
                    <a:bodyPr/>
                    <a:lstStyle/>
                    <a:p>
                      <a:r>
                        <a:rPr lang="en-US" b="0" dirty="0">
                          <a:solidFill>
                            <a:srgbClr val="202C8F"/>
                          </a:solidFill>
                        </a:rPr>
                        <a:t>CSS</a:t>
                      </a:r>
                    </a:p>
                    <a:p>
                      <a:r>
                        <a:rPr lang="en-US" b="0" dirty="0">
                          <a:solidFill>
                            <a:srgbClr val="202C8F"/>
                          </a:solidFill>
                        </a:rPr>
                        <a:t>.inline {</a:t>
                      </a:r>
                    </a:p>
                    <a:p>
                      <a:r>
                        <a:rPr lang="en-US" b="0" dirty="0">
                          <a:solidFill>
                            <a:srgbClr val="202C8F"/>
                          </a:solidFill>
                        </a:rPr>
                        <a:t>  display: inline-block;</a:t>
                      </a:r>
                    </a:p>
                    <a:p>
                      <a:r>
                        <a:rPr lang="en-US" b="0" dirty="0">
                          <a:solidFill>
                            <a:srgbClr val="202C8F"/>
                          </a:solidFill>
                        </a:rPr>
                        <a:t>  width: 45%;</a:t>
                      </a:r>
                    </a:p>
                    <a:p>
                      <a:r>
                        <a:rPr lang="en-US" b="0" dirty="0">
                          <a:solidFill>
                            <a:srgbClr val="202C8F"/>
                          </a:solidFill>
                        </a:rPr>
                        <a:t>  vertical-align: top;</a:t>
                      </a:r>
                    </a:p>
                    <a:p>
                      <a:r>
                        <a:rPr lang="en-US" b="0" dirty="0">
                          <a:solidFill>
                            <a:srgbClr val="202C8F"/>
                          </a:solidFill>
                        </a:rPr>
                        <a:t>}</a:t>
                      </a:r>
                    </a:p>
                    <a:p>
                      <a:endParaRPr lang="en-US" b="0" dirty="0">
                        <a:solidFill>
                          <a:srgbClr val="202C8F"/>
                        </a:solidFill>
                      </a:endParaRPr>
                    </a:p>
                  </a:txBody>
                  <a:tcPr/>
                </a:tc>
                <a:tc>
                  <a:txBody>
                    <a:bodyPr/>
                    <a:lstStyle/>
                    <a:p>
                      <a:r>
                        <a:rPr lang="en-US" b="0" dirty="0">
                          <a:solidFill>
                            <a:srgbClr val="202C8F"/>
                          </a:solidFill>
                        </a:rPr>
                        <a:t>HTML</a:t>
                      </a:r>
                    </a:p>
                    <a:p>
                      <a:r>
                        <a:rPr lang="en-US" b="0" dirty="0">
                          <a:solidFill>
                            <a:srgbClr val="202C8F"/>
                          </a:solidFill>
                        </a:rPr>
                        <a:t>&lt;</a:t>
                      </a:r>
                      <a:r>
                        <a:rPr lang="en-US" b="0" dirty="0" err="1">
                          <a:solidFill>
                            <a:srgbClr val="202C8F"/>
                          </a:solidFill>
                        </a:rPr>
                        <a:t>img</a:t>
                      </a:r>
                      <a:r>
                        <a:rPr lang="en-US" b="0" dirty="0">
                          <a:solidFill>
                            <a:srgbClr val="202C8F"/>
                          </a:solidFill>
                        </a:rPr>
                        <a:t> </a:t>
                      </a:r>
                      <a:r>
                        <a:rPr lang="en-US" b="0" dirty="0" err="1">
                          <a:solidFill>
                            <a:srgbClr val="202C8F"/>
                          </a:solidFill>
                        </a:rPr>
                        <a:t>src</a:t>
                      </a:r>
                      <a:r>
                        <a:rPr lang="en-US" b="0" dirty="0">
                          <a:solidFill>
                            <a:srgbClr val="202C8F"/>
                          </a:solidFill>
                        </a:rPr>
                        <a:t>="image.jpg" class="inline"&gt;</a:t>
                      </a:r>
                    </a:p>
                    <a:p>
                      <a:r>
                        <a:rPr lang="en-US" b="0" dirty="0">
                          <a:solidFill>
                            <a:srgbClr val="202C8F"/>
                          </a:solidFill>
                        </a:rPr>
                        <a:t>&lt;div class="inline"&gt;</a:t>
                      </a:r>
                    </a:p>
                    <a:p>
                      <a:r>
                        <a:rPr lang="en-US" b="0" dirty="0">
                          <a:solidFill>
                            <a:srgbClr val="202C8F"/>
                          </a:solidFill>
                        </a:rPr>
                        <a:t>  &lt;p&gt;Text beside the image using inline-block.&lt;/p&gt;</a:t>
                      </a:r>
                    </a:p>
                    <a:p>
                      <a:r>
                        <a:rPr lang="en-US" b="0" dirty="0">
                          <a:solidFill>
                            <a:srgbClr val="202C8F"/>
                          </a:solidFill>
                        </a:rPr>
                        <a:t>&lt;/div&gt;</a:t>
                      </a:r>
                    </a:p>
                    <a:p>
                      <a:endParaRPr lang="en-US" b="0" dirty="0">
                        <a:solidFill>
                          <a:srgbClr val="202C8F"/>
                        </a:solidFill>
                      </a:endParaRPr>
                    </a:p>
                  </a:txBody>
                  <a:tcPr/>
                </a:tc>
                <a:extLst>
                  <a:ext uri="{0D108BD9-81ED-4DB2-BD59-A6C34878D82A}">
                    <a16:rowId xmlns:a16="http://schemas.microsoft.com/office/drawing/2014/main" val="3629202450"/>
                  </a:ext>
                </a:extLst>
              </a:tr>
            </a:tbl>
          </a:graphicData>
        </a:graphic>
      </p:graphicFrame>
      <p:sp>
        <p:nvSpPr>
          <p:cNvPr id="3" name="TextBox 2">
            <a:extLst>
              <a:ext uri="{FF2B5EF4-FFF2-40B4-BE49-F238E27FC236}">
                <a16:creationId xmlns:a16="http://schemas.microsoft.com/office/drawing/2014/main" id="{CC981E8B-CBDE-0B75-C8E6-E6F9C841CAFB}"/>
              </a:ext>
            </a:extLst>
          </p:cNvPr>
          <p:cNvSpPr txBox="1"/>
          <p:nvPr/>
        </p:nvSpPr>
        <p:spPr>
          <a:xfrm>
            <a:off x="477520" y="3286665"/>
            <a:ext cx="11060272" cy="1200329"/>
          </a:xfrm>
          <a:prstGeom prst="rect">
            <a:avLst/>
          </a:prstGeom>
          <a:noFill/>
        </p:spPr>
        <p:txBody>
          <a:bodyPr wrap="none" rtlCol="0">
            <a:spAutoFit/>
          </a:bodyPr>
          <a:lstStyle/>
          <a:p>
            <a:pPr defTabSz="914400"/>
            <a:r>
              <a:rPr lang="en-US" b="1" dirty="0">
                <a:solidFill>
                  <a:schemeClr val="accent6"/>
                </a:solidFill>
              </a:rPr>
              <a:t>5. Use Images as Text Backgrounds</a:t>
            </a:r>
          </a:p>
          <a:p>
            <a:pPr defTabSz="914400"/>
            <a:r>
              <a:rPr lang="en-US" dirty="0">
                <a:solidFill>
                  <a:schemeClr val="accent6"/>
                </a:solidFill>
              </a:rPr>
              <a:t>CSS properties like -</a:t>
            </a:r>
            <a:r>
              <a:rPr lang="en-US" dirty="0" err="1">
                <a:solidFill>
                  <a:schemeClr val="accent6"/>
                </a:solidFill>
              </a:rPr>
              <a:t>webkit</a:t>
            </a:r>
            <a:r>
              <a:rPr lang="en-US" dirty="0">
                <a:solidFill>
                  <a:schemeClr val="accent6"/>
                </a:solidFill>
              </a:rPr>
              <a:t>-background-clip: text and -</a:t>
            </a:r>
            <a:r>
              <a:rPr lang="en-US" dirty="0" err="1">
                <a:solidFill>
                  <a:schemeClr val="accent6"/>
                </a:solidFill>
              </a:rPr>
              <a:t>webkit</a:t>
            </a:r>
            <a:r>
              <a:rPr lang="en-US" dirty="0">
                <a:solidFill>
                  <a:schemeClr val="accent6"/>
                </a:solidFill>
              </a:rPr>
              <a:t>-text-fill-color: transparent allow images to fill text.</a:t>
            </a:r>
          </a:p>
          <a:p>
            <a:pPr defTabSz="914400"/>
            <a:r>
              <a:rPr lang="en-US" dirty="0">
                <a:solidFill>
                  <a:schemeClr val="accent6"/>
                </a:solidFill>
              </a:rPr>
              <a:t>Example</a:t>
            </a:r>
          </a:p>
          <a:p>
            <a:endParaRPr lang="en-US" dirty="0"/>
          </a:p>
        </p:txBody>
      </p:sp>
      <p:graphicFrame>
        <p:nvGraphicFramePr>
          <p:cNvPr id="5" name="Table 4">
            <a:extLst>
              <a:ext uri="{FF2B5EF4-FFF2-40B4-BE49-F238E27FC236}">
                <a16:creationId xmlns:a16="http://schemas.microsoft.com/office/drawing/2014/main" id="{9B986065-1ECB-BB8A-6973-E7A6514AFADE}"/>
              </a:ext>
            </a:extLst>
          </p:cNvPr>
          <p:cNvGraphicFramePr>
            <a:graphicFrameLocks noGrp="1"/>
          </p:cNvGraphicFramePr>
          <p:nvPr>
            <p:extLst>
              <p:ext uri="{D42A27DB-BD31-4B8C-83A1-F6EECF244321}">
                <p14:modId xmlns:p14="http://schemas.microsoft.com/office/powerpoint/2010/main" val="2816070299"/>
              </p:ext>
            </p:extLst>
          </p:nvPr>
        </p:nvGraphicFramePr>
        <p:xfrm>
          <a:off x="365607" y="4212674"/>
          <a:ext cx="11841480" cy="2834640"/>
        </p:xfrm>
        <a:graphic>
          <a:graphicData uri="http://schemas.openxmlformats.org/drawingml/2006/table">
            <a:tbl>
              <a:tblPr firstRow="1" bandRow="1">
                <a:tableStyleId>{3B4B98B0-60AC-42C2-AFA5-B58CD77FA1E5}</a:tableStyleId>
              </a:tblPr>
              <a:tblGrid>
                <a:gridCol w="4672584">
                  <a:extLst>
                    <a:ext uri="{9D8B030D-6E8A-4147-A177-3AD203B41FA5}">
                      <a16:colId xmlns:a16="http://schemas.microsoft.com/office/drawing/2014/main" val="561759059"/>
                    </a:ext>
                  </a:extLst>
                </a:gridCol>
                <a:gridCol w="3995928">
                  <a:extLst>
                    <a:ext uri="{9D8B030D-6E8A-4147-A177-3AD203B41FA5}">
                      <a16:colId xmlns:a16="http://schemas.microsoft.com/office/drawing/2014/main" val="1097962871"/>
                    </a:ext>
                  </a:extLst>
                </a:gridCol>
                <a:gridCol w="3172968">
                  <a:extLst>
                    <a:ext uri="{9D8B030D-6E8A-4147-A177-3AD203B41FA5}">
                      <a16:colId xmlns:a16="http://schemas.microsoft.com/office/drawing/2014/main" val="1388931316"/>
                    </a:ext>
                  </a:extLst>
                </a:gridCol>
              </a:tblGrid>
              <a:tr h="370840">
                <a:tc>
                  <a:txBody>
                    <a:bodyPr/>
                    <a:lstStyle/>
                    <a:p>
                      <a:r>
                        <a:rPr lang="en-US" sz="1800" b="1" kern="1200" dirty="0">
                          <a:solidFill>
                            <a:schemeClr val="accent6"/>
                          </a:solidFill>
                          <a:latin typeface="+mn-lt"/>
                          <a:ea typeface="+mn-ea"/>
                          <a:cs typeface="+mn-cs"/>
                        </a:rPr>
                        <a:t>HTML</a:t>
                      </a:r>
                    </a:p>
                    <a:p>
                      <a:r>
                        <a:rPr lang="en-US" sz="1800" b="0" kern="1200" dirty="0">
                          <a:solidFill>
                            <a:schemeClr val="accent6"/>
                          </a:solidFill>
                          <a:latin typeface="+mn-lt"/>
                          <a:ea typeface="+mn-ea"/>
                          <a:cs typeface="+mn-cs"/>
                        </a:rPr>
                        <a:t>&lt;h1 class="image-text"&gt;IMAGE TEXT&lt;/h1&gt;</a:t>
                      </a:r>
                    </a:p>
                    <a:p>
                      <a:endParaRPr lang="en-US" sz="1800" b="0" kern="1200" dirty="0">
                        <a:solidFill>
                          <a:schemeClr val="accent6"/>
                        </a:solidFill>
                        <a:latin typeface="+mn-lt"/>
                        <a:ea typeface="+mn-ea"/>
                        <a:cs typeface="+mn-cs"/>
                      </a:endParaRPr>
                    </a:p>
                  </a:txBody>
                  <a:tcPr/>
                </a:tc>
                <a:tc>
                  <a:txBody>
                    <a:bodyPr/>
                    <a:lstStyle/>
                    <a:p>
                      <a:r>
                        <a:rPr lang="en-US" sz="1800" b="1" kern="1200" dirty="0">
                          <a:solidFill>
                            <a:schemeClr val="accent6"/>
                          </a:solidFill>
                          <a:latin typeface="+mn-lt"/>
                          <a:ea typeface="+mn-ea"/>
                          <a:cs typeface="+mn-cs"/>
                        </a:rPr>
                        <a:t>CSS</a:t>
                      </a:r>
                    </a:p>
                    <a:p>
                      <a:r>
                        <a:rPr lang="en-US" sz="1800" b="0" kern="1200" dirty="0">
                          <a:solidFill>
                            <a:schemeClr val="accent6"/>
                          </a:solidFill>
                          <a:latin typeface="+mn-lt"/>
                          <a:ea typeface="+mn-ea"/>
                          <a:cs typeface="+mn-cs"/>
                        </a:rPr>
                        <a:t>.image-text {</a:t>
                      </a:r>
                    </a:p>
                    <a:p>
                      <a:r>
                        <a:rPr lang="en-US" sz="1800" b="0" kern="1200" dirty="0">
                          <a:solidFill>
                            <a:schemeClr val="accent6"/>
                          </a:solidFill>
                          <a:latin typeface="+mn-lt"/>
                          <a:ea typeface="+mn-ea"/>
                          <a:cs typeface="+mn-cs"/>
                        </a:rPr>
                        <a:t>  font-size: 80px;</a:t>
                      </a:r>
                    </a:p>
                    <a:p>
                      <a:r>
                        <a:rPr lang="en-US" sz="1800" b="0" kern="1200" dirty="0">
                          <a:solidFill>
                            <a:schemeClr val="accent6"/>
                          </a:solidFill>
                          <a:latin typeface="+mn-lt"/>
                          <a:ea typeface="+mn-ea"/>
                          <a:cs typeface="+mn-cs"/>
                        </a:rPr>
                        <a:t>  font-weight: bold;</a:t>
                      </a:r>
                    </a:p>
                    <a:p>
                      <a:r>
                        <a:rPr lang="en-US" sz="1800" b="0" kern="1200" dirty="0">
                          <a:solidFill>
                            <a:schemeClr val="accent6"/>
                          </a:solidFill>
                          <a:latin typeface="+mn-lt"/>
                          <a:ea typeface="+mn-ea"/>
                          <a:cs typeface="+mn-cs"/>
                        </a:rPr>
                        <a:t>  background: </a:t>
                      </a:r>
                      <a:r>
                        <a:rPr lang="en-US" sz="1800" b="0" kern="1200" dirty="0" err="1">
                          <a:solidFill>
                            <a:schemeClr val="accent6"/>
                          </a:solidFill>
                          <a:latin typeface="+mn-lt"/>
                          <a:ea typeface="+mn-ea"/>
                          <a:cs typeface="+mn-cs"/>
                        </a:rPr>
                        <a:t>url</a:t>
                      </a:r>
                      <a:r>
                        <a:rPr lang="en-US" sz="1800" b="0" kern="1200" dirty="0">
                          <a:solidFill>
                            <a:schemeClr val="accent6"/>
                          </a:solidFill>
                          <a:latin typeface="+mn-lt"/>
                          <a:ea typeface="+mn-ea"/>
                          <a:cs typeface="+mn-cs"/>
                        </a:rPr>
                        <a:t>("image.jpg") center/cover;</a:t>
                      </a:r>
                    </a:p>
                    <a:p>
                      <a:r>
                        <a:rPr lang="en-US" sz="1800" b="0" kern="1200" dirty="0">
                          <a:solidFill>
                            <a:schemeClr val="accent6"/>
                          </a:solidFill>
                          <a:latin typeface="+mn-lt"/>
                          <a:ea typeface="+mn-ea"/>
                          <a:cs typeface="+mn-cs"/>
                        </a:rPr>
                        <a:t>  -</a:t>
                      </a:r>
                      <a:r>
                        <a:rPr lang="en-US" sz="1800" b="0" kern="1200" dirty="0" err="1">
                          <a:solidFill>
                            <a:schemeClr val="accent6"/>
                          </a:solidFill>
                          <a:latin typeface="+mn-lt"/>
                          <a:ea typeface="+mn-ea"/>
                          <a:cs typeface="+mn-cs"/>
                        </a:rPr>
                        <a:t>webkit</a:t>
                      </a:r>
                      <a:r>
                        <a:rPr lang="en-US" sz="1800" b="0" kern="1200" dirty="0">
                          <a:solidFill>
                            <a:schemeClr val="accent6"/>
                          </a:solidFill>
                          <a:latin typeface="+mn-lt"/>
                          <a:ea typeface="+mn-ea"/>
                          <a:cs typeface="+mn-cs"/>
                        </a:rPr>
                        <a:t>-background-clip: text;</a:t>
                      </a:r>
                    </a:p>
                    <a:p>
                      <a:r>
                        <a:rPr lang="en-US" sz="1800" b="0" kern="1200" dirty="0">
                          <a:solidFill>
                            <a:schemeClr val="accent6"/>
                          </a:solidFill>
                          <a:latin typeface="+mn-lt"/>
                          <a:ea typeface="+mn-ea"/>
                          <a:cs typeface="+mn-cs"/>
                        </a:rPr>
                        <a:t>  -</a:t>
                      </a:r>
                      <a:r>
                        <a:rPr lang="en-US" sz="1800" b="0" kern="1200" dirty="0" err="1">
                          <a:solidFill>
                            <a:schemeClr val="accent6"/>
                          </a:solidFill>
                          <a:latin typeface="+mn-lt"/>
                          <a:ea typeface="+mn-ea"/>
                          <a:cs typeface="+mn-cs"/>
                        </a:rPr>
                        <a:t>webkit</a:t>
                      </a:r>
                      <a:r>
                        <a:rPr lang="en-US" sz="1800" b="0" kern="1200" dirty="0">
                          <a:solidFill>
                            <a:schemeClr val="accent6"/>
                          </a:solidFill>
                          <a:latin typeface="+mn-lt"/>
                          <a:ea typeface="+mn-ea"/>
                          <a:cs typeface="+mn-cs"/>
                        </a:rPr>
                        <a:t>-text-fill-color: transparent;</a:t>
                      </a:r>
                    </a:p>
                    <a:p>
                      <a:r>
                        <a:rPr lang="en-US" sz="1800" b="0" kern="1200" dirty="0">
                          <a:solidFill>
                            <a:schemeClr val="accent6"/>
                          </a:solidFill>
                          <a:latin typeface="+mn-lt"/>
                          <a:ea typeface="+mn-ea"/>
                          <a:cs typeface="+mn-cs"/>
                        </a:rPr>
                        <a:t>}</a:t>
                      </a:r>
                    </a:p>
                    <a:p>
                      <a:endParaRPr lang="en-US" sz="1800" b="0" kern="1200" dirty="0">
                        <a:solidFill>
                          <a:schemeClr val="accent6"/>
                        </a:solidFill>
                        <a:latin typeface="+mn-lt"/>
                        <a:ea typeface="+mn-ea"/>
                        <a:cs typeface="+mn-cs"/>
                      </a:endParaRPr>
                    </a:p>
                  </a:txBody>
                  <a:tcPr/>
                </a:tc>
                <a:tc>
                  <a:txBody>
                    <a:bodyPr/>
                    <a:lstStyle/>
                    <a:p>
                      <a:endParaRPr lang="en-US" b="0" dirty="0"/>
                    </a:p>
                    <a:p>
                      <a:pPr marL="0" algn="l" defTabSz="914400" rtl="0" eaLnBrk="1" latinLnBrk="0" hangingPunct="1"/>
                      <a:r>
                        <a:rPr lang="en-US" sz="1800" b="0" kern="1200" dirty="0">
                          <a:solidFill>
                            <a:schemeClr val="accent6"/>
                          </a:solidFill>
                          <a:latin typeface="+mn-lt"/>
                          <a:ea typeface="+mn-ea"/>
                          <a:cs typeface="+mn-cs"/>
                        </a:rPr>
                        <a:t>✔ Best with large bold fonts</a:t>
                      </a:r>
                      <a:br>
                        <a:rPr lang="en-US" sz="1800" b="0" kern="1200" dirty="0">
                          <a:solidFill>
                            <a:schemeClr val="accent6"/>
                          </a:solidFill>
                          <a:latin typeface="+mn-lt"/>
                          <a:ea typeface="+mn-ea"/>
                          <a:cs typeface="+mn-cs"/>
                        </a:rPr>
                      </a:br>
                      <a:r>
                        <a:rPr lang="en-US" sz="1800" b="0" kern="1200" dirty="0">
                          <a:solidFill>
                            <a:schemeClr val="accent6"/>
                          </a:solidFill>
                          <a:latin typeface="+mn-lt"/>
                          <a:ea typeface="+mn-ea"/>
                          <a:cs typeface="+mn-cs"/>
                        </a:rPr>
                        <a:t>✔ Add fallback color if needed</a:t>
                      </a:r>
                    </a:p>
                    <a:p>
                      <a:endParaRPr lang="en-US" b="0" dirty="0"/>
                    </a:p>
                  </a:txBody>
                  <a:tcPr/>
                </a:tc>
                <a:extLst>
                  <a:ext uri="{0D108BD9-81ED-4DB2-BD59-A6C34878D82A}">
                    <a16:rowId xmlns:a16="http://schemas.microsoft.com/office/drawing/2014/main" val="3787951410"/>
                  </a:ext>
                </a:extLst>
              </a:tr>
            </a:tbl>
          </a:graphicData>
        </a:graphic>
      </p:graphicFrame>
    </p:spTree>
    <p:extLst>
      <p:ext uri="{BB962C8B-B14F-4D97-AF65-F5344CB8AC3E}">
        <p14:creationId xmlns:p14="http://schemas.microsoft.com/office/powerpoint/2010/main" val="3480656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60302-BB3D-913D-25BB-F1D84CA8EBA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9803E49-A90E-D011-B864-0F74654CBA66}"/>
              </a:ext>
            </a:extLst>
          </p:cNvPr>
          <p:cNvSpPr>
            <a:spLocks noGrp="1"/>
          </p:cNvSpPr>
          <p:nvPr>
            <p:ph sz="quarter" idx="4"/>
          </p:nvPr>
        </p:nvSpPr>
        <p:spPr>
          <a:xfrm>
            <a:off x="365607" y="254772"/>
            <a:ext cx="11430153" cy="6420348"/>
          </a:xfrm>
        </p:spPr>
        <p:txBody>
          <a:bodyPr>
            <a:normAutofit/>
          </a:bodyPr>
          <a:lstStyle/>
          <a:p>
            <a:r>
              <a:rPr lang="en-US" b="1" dirty="0"/>
              <a:t>Styling and Responsiveness</a:t>
            </a:r>
          </a:p>
          <a:p>
            <a:endParaRPr lang="en-US" dirty="0"/>
          </a:p>
        </p:txBody>
      </p:sp>
      <p:graphicFrame>
        <p:nvGraphicFramePr>
          <p:cNvPr id="2" name="Table 1">
            <a:extLst>
              <a:ext uri="{FF2B5EF4-FFF2-40B4-BE49-F238E27FC236}">
                <a16:creationId xmlns:a16="http://schemas.microsoft.com/office/drawing/2014/main" id="{F00624B8-C00D-37A4-E59D-58F7B537DEB1}"/>
              </a:ext>
            </a:extLst>
          </p:cNvPr>
          <p:cNvGraphicFramePr>
            <a:graphicFrameLocks noGrp="1"/>
          </p:cNvGraphicFramePr>
          <p:nvPr>
            <p:extLst>
              <p:ext uri="{D42A27DB-BD31-4B8C-83A1-F6EECF244321}">
                <p14:modId xmlns:p14="http://schemas.microsoft.com/office/powerpoint/2010/main" val="841209081"/>
              </p:ext>
            </p:extLst>
          </p:nvPr>
        </p:nvGraphicFramePr>
        <p:xfrm>
          <a:off x="365607" y="811106"/>
          <a:ext cx="8128000" cy="560324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1796290710"/>
                    </a:ext>
                  </a:extLst>
                </a:gridCol>
                <a:gridCol w="4064000">
                  <a:extLst>
                    <a:ext uri="{9D8B030D-6E8A-4147-A177-3AD203B41FA5}">
                      <a16:colId xmlns:a16="http://schemas.microsoft.com/office/drawing/2014/main" val="3919188570"/>
                    </a:ext>
                  </a:extLst>
                </a:gridCol>
              </a:tblGrid>
              <a:tr h="370840">
                <a:tc>
                  <a: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1F2C8F"/>
                          </a:solidFill>
                          <a:effectLst/>
                          <a:uLnTx/>
                          <a:uFillTx/>
                          <a:latin typeface="+mn-lt"/>
                          <a:ea typeface="+mn-ea"/>
                          <a:cs typeface="+mn-cs"/>
                        </a:rPr>
                        <a:t>6. Responsive Images</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1F2C8F"/>
                          </a:solidFill>
                          <a:effectLst/>
                          <a:uLnTx/>
                          <a:uFillTx/>
                          <a:latin typeface="+mn-lt"/>
                          <a:ea typeface="+mn-ea"/>
                          <a:cs typeface="+mn-cs"/>
                        </a:rPr>
                        <a:t>To make images responsive:</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err="1">
                          <a:ln>
                            <a:noFill/>
                          </a:ln>
                          <a:solidFill>
                            <a:srgbClr val="1F2C8F"/>
                          </a:solidFill>
                          <a:effectLst/>
                          <a:uLnTx/>
                          <a:uFillTx/>
                          <a:latin typeface="+mn-lt"/>
                          <a:ea typeface="+mn-ea"/>
                          <a:cs typeface="+mn-cs"/>
                        </a:rPr>
                        <a:t>img</a:t>
                      </a:r>
                      <a:r>
                        <a:rPr kumimoji="0" lang="en-US" sz="1800" b="0" i="0" u="none" strike="noStrike" kern="1200" cap="none" spc="0" normalizeH="0" baseline="0" noProof="0" dirty="0">
                          <a:ln>
                            <a:noFill/>
                          </a:ln>
                          <a:solidFill>
                            <a:srgbClr val="1F2C8F"/>
                          </a:solidFill>
                          <a:effectLst/>
                          <a:uLnTx/>
                          <a:uFillTx/>
                          <a:latin typeface="+mn-lt"/>
                          <a:ea typeface="+mn-ea"/>
                          <a:cs typeface="+mn-cs"/>
                        </a:rPr>
                        <a:t>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1F2C8F"/>
                          </a:solidFill>
                          <a:effectLst/>
                          <a:uLnTx/>
                          <a:uFillTx/>
                          <a:latin typeface="+mn-lt"/>
                          <a:ea typeface="+mn-ea"/>
                          <a:cs typeface="+mn-cs"/>
                        </a:rPr>
                        <a:t>  max-width: 100%;</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1F2C8F"/>
                          </a:solidFill>
                          <a:effectLst/>
                          <a:uLnTx/>
                          <a:uFillTx/>
                          <a:latin typeface="+mn-lt"/>
                          <a:ea typeface="+mn-ea"/>
                          <a:cs typeface="+mn-cs"/>
                        </a:rPr>
                        <a:t>  height: auto;</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1F2C8F"/>
                          </a:solidFill>
                          <a:effectLst/>
                          <a:uLnTx/>
                          <a:uFillTx/>
                          <a:latin typeface="+mn-lt"/>
                          <a:ea typeface="+mn-ea"/>
                          <a:cs typeface="+mn-cs"/>
                        </a:rPr>
                        <a:t>}</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1F2C8F"/>
                          </a:solidFill>
                          <a:effectLst/>
                          <a:uLnTx/>
                          <a:uFillTx/>
                          <a:latin typeface="+mn-lt"/>
                          <a:ea typeface="+mn-ea"/>
                          <a:cs typeface="+mn-cs"/>
                        </a:rPr>
                        <a:t>✔ Prevents overflow</a:t>
                      </a:r>
                      <a:br>
                        <a:rPr kumimoji="0" lang="en-US" sz="1800" b="0" i="0" u="none" strike="noStrike" kern="1200" cap="none" spc="0" normalizeH="0" baseline="0" noProof="0" dirty="0">
                          <a:ln>
                            <a:noFill/>
                          </a:ln>
                          <a:solidFill>
                            <a:srgbClr val="1F2C8F"/>
                          </a:solidFill>
                          <a:effectLst/>
                          <a:uLnTx/>
                          <a:uFillTx/>
                          <a:latin typeface="+mn-lt"/>
                          <a:ea typeface="+mn-ea"/>
                          <a:cs typeface="+mn-cs"/>
                        </a:rPr>
                      </a:br>
                      <a:r>
                        <a:rPr kumimoji="0" lang="en-US" sz="1800" b="0" i="0" u="none" strike="noStrike" kern="1200" cap="none" spc="0" normalizeH="0" baseline="0" noProof="0" dirty="0">
                          <a:ln>
                            <a:noFill/>
                          </a:ln>
                          <a:solidFill>
                            <a:srgbClr val="1F2C8F"/>
                          </a:solidFill>
                          <a:effectLst/>
                          <a:uLnTx/>
                          <a:uFillTx/>
                          <a:latin typeface="+mn-lt"/>
                          <a:ea typeface="+mn-ea"/>
                          <a:cs typeface="+mn-cs"/>
                        </a:rPr>
                        <a:t>✔ Maintains aspect ratio</a:t>
                      </a:r>
                    </a:p>
                    <a:p>
                      <a:endParaRPr lang="en-US" dirty="0"/>
                    </a:p>
                  </a:txBody>
                  <a:tcPr/>
                </a:tc>
                <a:tc>
                  <a: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dirty="0">
                          <a:ln>
                            <a:noFill/>
                          </a:ln>
                          <a:solidFill>
                            <a:srgbClr val="1F2C8F"/>
                          </a:solidFill>
                          <a:effectLst/>
                          <a:uLnTx/>
                          <a:uFillTx/>
                          <a:latin typeface="+mn-lt"/>
                          <a:ea typeface="+mn-ea"/>
                          <a:cs typeface="+mn-cs"/>
                        </a:rPr>
                        <a:t>7. Styling Text</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CSS text properties improve readability and design.</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p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  color: #333;</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  font-family: Arial, sans-serif;</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  font-size: 16px;</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  text-align: center;</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h2 {</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  text-shadow: 2px </a:t>
                      </a:r>
                      <a:r>
                        <a:rPr kumimoji="0" lang="en-US" sz="1800" b="0" i="0" u="none" strike="noStrike" kern="1200" cap="none" spc="0" normalizeH="0" baseline="0" dirty="0" err="1">
                          <a:ln>
                            <a:noFill/>
                          </a:ln>
                          <a:solidFill>
                            <a:srgbClr val="1F2C8F"/>
                          </a:solidFill>
                          <a:effectLst/>
                          <a:uLnTx/>
                          <a:uFillTx/>
                          <a:latin typeface="+mn-lt"/>
                          <a:ea typeface="+mn-ea"/>
                          <a:cs typeface="+mn-cs"/>
                        </a:rPr>
                        <a:t>2px</a:t>
                      </a:r>
                      <a:r>
                        <a:rPr kumimoji="0" lang="en-US" sz="1800" b="0" i="0" u="none" strike="noStrike" kern="1200" cap="none" spc="0" normalizeH="0" baseline="0" dirty="0">
                          <a:ln>
                            <a:noFill/>
                          </a:ln>
                          <a:solidFill>
                            <a:srgbClr val="1F2C8F"/>
                          </a:solidFill>
                          <a:effectLst/>
                          <a:uLnTx/>
                          <a:uFillTx/>
                          <a:latin typeface="+mn-lt"/>
                          <a:ea typeface="+mn-ea"/>
                          <a:cs typeface="+mn-cs"/>
                        </a:rPr>
                        <a:t> 5px gray;</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a:t>
                      </a: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dirty="0">
                          <a:ln>
                            <a:noFill/>
                          </a:ln>
                          <a:solidFill>
                            <a:srgbClr val="1F2C8F"/>
                          </a:solidFill>
                          <a:effectLst/>
                          <a:uLnTx/>
                          <a:uFillTx/>
                          <a:latin typeface="+mn-lt"/>
                          <a:ea typeface="+mn-ea"/>
                          <a:cs typeface="+mn-cs"/>
                        </a:rPr>
                        <a:t>✔ Enhances presentation</a:t>
                      </a:r>
                      <a:br>
                        <a:rPr kumimoji="0" lang="en-US" sz="1800" b="0" i="0" u="none" strike="noStrike" kern="1200" cap="none" spc="0" normalizeH="0" baseline="0" dirty="0">
                          <a:ln>
                            <a:noFill/>
                          </a:ln>
                          <a:solidFill>
                            <a:srgbClr val="1F2C8F"/>
                          </a:solidFill>
                          <a:effectLst/>
                          <a:uLnTx/>
                          <a:uFillTx/>
                          <a:latin typeface="+mn-lt"/>
                          <a:ea typeface="+mn-ea"/>
                          <a:cs typeface="+mn-cs"/>
                        </a:rPr>
                      </a:br>
                      <a:r>
                        <a:rPr kumimoji="0" lang="en-US" sz="1800" b="0" i="0" u="none" strike="noStrike" kern="1200" cap="none" spc="0" normalizeH="0" baseline="0" dirty="0">
                          <a:ln>
                            <a:noFill/>
                          </a:ln>
                          <a:solidFill>
                            <a:srgbClr val="1F2C8F"/>
                          </a:solidFill>
                          <a:effectLst/>
                          <a:uLnTx/>
                          <a:uFillTx/>
                          <a:latin typeface="+mn-lt"/>
                          <a:ea typeface="+mn-ea"/>
                          <a:cs typeface="+mn-cs"/>
                        </a:rPr>
                        <a:t>✔ Improves accessibility</a:t>
                      </a:r>
                    </a:p>
                    <a:p>
                      <a:endParaRPr lang="en-US" dirty="0"/>
                    </a:p>
                  </a:txBody>
                  <a:tcPr/>
                </a:tc>
                <a:extLst>
                  <a:ext uri="{0D108BD9-81ED-4DB2-BD59-A6C34878D82A}">
                    <a16:rowId xmlns:a16="http://schemas.microsoft.com/office/drawing/2014/main" val="3728623717"/>
                  </a:ext>
                </a:extLst>
              </a:tr>
            </a:tbl>
          </a:graphicData>
        </a:graphic>
      </p:graphicFrame>
    </p:spTree>
    <p:extLst>
      <p:ext uri="{BB962C8B-B14F-4D97-AF65-F5344CB8AC3E}">
        <p14:creationId xmlns:p14="http://schemas.microsoft.com/office/powerpoint/2010/main" val="954497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EBFF-8289-348D-F176-DDD222F36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1CC6B-2B3D-C607-7AEA-1B98FC3C0C7C}"/>
              </a:ext>
            </a:extLst>
          </p:cNvPr>
          <p:cNvSpPr>
            <a:spLocks noGrp="1"/>
          </p:cNvSpPr>
          <p:nvPr>
            <p:ph type="title"/>
          </p:nvPr>
        </p:nvSpPr>
        <p:spPr>
          <a:xfrm>
            <a:off x="4364809" y="1057274"/>
            <a:ext cx="7043617" cy="2520217"/>
          </a:xfrm>
        </p:spPr>
        <p:txBody>
          <a:bodyPr/>
          <a:lstStyle/>
          <a:p>
            <a:r>
              <a:rPr lang="en-US" dirty="0"/>
              <a:t>CSS Selectors</a:t>
            </a:r>
          </a:p>
        </p:txBody>
      </p:sp>
      <p:sp>
        <p:nvSpPr>
          <p:cNvPr id="3" name="Slide Number Placeholder 2">
            <a:extLst>
              <a:ext uri="{FF2B5EF4-FFF2-40B4-BE49-F238E27FC236}">
                <a16:creationId xmlns:a16="http://schemas.microsoft.com/office/drawing/2014/main" id="{C7A9CAE7-3386-C188-4B1B-2DE7EE3127E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33</a:t>
            </a:fld>
            <a:endParaRPr lang="en-US" dirty="0"/>
          </a:p>
        </p:txBody>
      </p:sp>
    </p:spTree>
    <p:extLst>
      <p:ext uri="{BB962C8B-B14F-4D97-AF65-F5344CB8AC3E}">
        <p14:creationId xmlns:p14="http://schemas.microsoft.com/office/powerpoint/2010/main" val="1471444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E1C02-7C68-A439-55F0-7CEF7CC69C3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AC28CF5-A6FF-9344-D3A8-3415FF905417}"/>
              </a:ext>
            </a:extLst>
          </p:cNvPr>
          <p:cNvSpPr>
            <a:spLocks noGrp="1"/>
          </p:cNvSpPr>
          <p:nvPr>
            <p:ph sz="quarter" idx="4"/>
          </p:nvPr>
        </p:nvSpPr>
        <p:spPr>
          <a:xfrm>
            <a:off x="365607" y="254772"/>
            <a:ext cx="10854081" cy="5954004"/>
          </a:xfrm>
        </p:spPr>
        <p:txBody>
          <a:bodyPr>
            <a:normAutofit/>
          </a:bodyPr>
          <a:lstStyle/>
          <a:p>
            <a:r>
              <a:rPr lang="en-US" b="1" dirty="0"/>
              <a:t>Introduction</a:t>
            </a:r>
          </a:p>
          <a:p>
            <a:r>
              <a:rPr lang="en-US" dirty="0"/>
              <a:t>A </a:t>
            </a:r>
            <a:r>
              <a:rPr lang="en-US" b="1" dirty="0"/>
              <a:t>CSS selector</a:t>
            </a:r>
            <a:r>
              <a:rPr lang="en-US" dirty="0"/>
              <a:t> is used to select HTML elements so that styles can be applied to them.</a:t>
            </a:r>
          </a:p>
          <a:p>
            <a:r>
              <a:rPr lang="en-US" dirty="0"/>
              <a:t>Selectors define </a:t>
            </a:r>
            <a:r>
              <a:rPr lang="en-US" b="1" dirty="0"/>
              <a:t>which elements</a:t>
            </a:r>
            <a:r>
              <a:rPr lang="en-US" dirty="0"/>
              <a:t> the CSS rules will affect.</a:t>
            </a:r>
          </a:p>
          <a:p>
            <a:r>
              <a:rPr lang="en-US" b="1" dirty="0"/>
              <a:t>Basic Syntax:</a:t>
            </a:r>
          </a:p>
          <a:p>
            <a:r>
              <a:rPr lang="en-US" dirty="0"/>
              <a:t>selector {</a:t>
            </a:r>
          </a:p>
          <a:p>
            <a:r>
              <a:rPr lang="en-US" dirty="0"/>
              <a:t>    property: value;</a:t>
            </a:r>
          </a:p>
          <a:p>
            <a:r>
              <a:rPr lang="en-US" dirty="0"/>
              <a:t>}</a:t>
            </a:r>
          </a:p>
          <a:p>
            <a:r>
              <a:rPr lang="en-US" dirty="0"/>
              <a:t>Example:</a:t>
            </a:r>
          </a:p>
          <a:p>
            <a:r>
              <a:rPr lang="en-US" dirty="0"/>
              <a:t>p {</a:t>
            </a:r>
          </a:p>
          <a:p>
            <a:r>
              <a:rPr lang="en-US" dirty="0"/>
              <a:t>    color: blue;</a:t>
            </a:r>
          </a:p>
          <a:p>
            <a:r>
              <a:rPr lang="en-US" dirty="0"/>
              <a:t>}</a:t>
            </a:r>
          </a:p>
          <a:p>
            <a:r>
              <a:rPr lang="en-US" dirty="0"/>
              <a:t>This selector applies blue color to all &lt;p&gt; elements.</a:t>
            </a:r>
          </a:p>
          <a:p>
            <a:endParaRPr lang="en-US" dirty="0"/>
          </a:p>
        </p:txBody>
      </p:sp>
    </p:spTree>
    <p:extLst>
      <p:ext uri="{BB962C8B-B14F-4D97-AF65-F5344CB8AC3E}">
        <p14:creationId xmlns:p14="http://schemas.microsoft.com/office/powerpoint/2010/main" val="29123373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13696-ECFC-9286-4E36-5AA4F7D5822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F1D2A3D-3510-EBB7-5D5B-DE61220BF7EF}"/>
              </a:ext>
            </a:extLst>
          </p:cNvPr>
          <p:cNvSpPr>
            <a:spLocks noGrp="1"/>
          </p:cNvSpPr>
          <p:nvPr>
            <p:ph sz="quarter" idx="4"/>
          </p:nvPr>
        </p:nvSpPr>
        <p:spPr>
          <a:xfrm>
            <a:off x="365607" y="254772"/>
            <a:ext cx="10854081" cy="5954004"/>
          </a:xfrm>
        </p:spPr>
        <p:txBody>
          <a:bodyPr>
            <a:normAutofit/>
          </a:bodyPr>
          <a:lstStyle/>
          <a:p>
            <a:pPr algn="ctr"/>
            <a:r>
              <a:rPr lang="en-US" sz="3200" b="1" dirty="0"/>
              <a:t>2. Types of CSS Selectors</a:t>
            </a:r>
          </a:p>
          <a:p>
            <a:endParaRPr lang="en-US" dirty="0"/>
          </a:p>
          <a:p>
            <a:r>
              <a:rPr lang="en-US" b="1" dirty="0"/>
              <a:t>2.1 Element Selector</a:t>
            </a:r>
          </a:p>
          <a:p>
            <a:r>
              <a:rPr lang="en-US" dirty="0"/>
              <a:t>The element selector selects all elements of a specific HTML tag.</a:t>
            </a:r>
          </a:p>
          <a:p>
            <a:r>
              <a:rPr lang="en-US" b="1" dirty="0"/>
              <a:t>Syntax:</a:t>
            </a:r>
          </a:p>
          <a:p>
            <a:r>
              <a:rPr lang="en-US" dirty="0"/>
              <a:t>element {</a:t>
            </a:r>
          </a:p>
          <a:p>
            <a:r>
              <a:rPr lang="en-US" dirty="0"/>
              <a:t>    property: value;</a:t>
            </a:r>
          </a:p>
          <a:p>
            <a:r>
              <a:rPr lang="en-US" dirty="0"/>
              <a:t>}</a:t>
            </a:r>
          </a:p>
          <a:p>
            <a:r>
              <a:rPr lang="en-US" b="1" dirty="0"/>
              <a:t>Example:</a:t>
            </a:r>
          </a:p>
          <a:p>
            <a:r>
              <a:rPr lang="en-US" dirty="0"/>
              <a:t>h1 {</a:t>
            </a:r>
          </a:p>
          <a:p>
            <a:r>
              <a:rPr lang="en-US" dirty="0"/>
              <a:t>    color: red;</a:t>
            </a:r>
          </a:p>
          <a:p>
            <a:r>
              <a:rPr lang="en-US" dirty="0"/>
              <a:t>}</a:t>
            </a:r>
          </a:p>
          <a:p>
            <a:r>
              <a:rPr lang="en-US" dirty="0"/>
              <a:t>✔ All &lt;h1&gt; elements will be red.</a:t>
            </a:r>
          </a:p>
          <a:p>
            <a:endParaRPr lang="en-US" dirty="0"/>
          </a:p>
        </p:txBody>
      </p:sp>
    </p:spTree>
    <p:extLst>
      <p:ext uri="{BB962C8B-B14F-4D97-AF65-F5344CB8AC3E}">
        <p14:creationId xmlns:p14="http://schemas.microsoft.com/office/powerpoint/2010/main" val="738548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5D7B0-23AC-3649-66B4-DDD6D83C265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FFB3625-6CC7-71E8-E463-83FEB7E9F3E0}"/>
              </a:ext>
            </a:extLst>
          </p:cNvPr>
          <p:cNvSpPr>
            <a:spLocks noGrp="1"/>
          </p:cNvSpPr>
          <p:nvPr>
            <p:ph sz="quarter" idx="4"/>
          </p:nvPr>
        </p:nvSpPr>
        <p:spPr>
          <a:xfrm>
            <a:off x="365607" y="254772"/>
            <a:ext cx="10854081" cy="5954004"/>
          </a:xfrm>
        </p:spPr>
        <p:txBody>
          <a:bodyPr>
            <a:normAutofit/>
          </a:bodyPr>
          <a:lstStyle/>
          <a:p>
            <a:r>
              <a:rPr lang="en-US" b="1" dirty="0"/>
              <a:t>2.2 ID Selector</a:t>
            </a:r>
          </a:p>
          <a:p>
            <a:r>
              <a:rPr lang="en-US" dirty="0"/>
              <a:t>The ID selector selects a single unique element using the id attribute.</a:t>
            </a:r>
            <a:br>
              <a:rPr lang="en-US" dirty="0"/>
            </a:br>
            <a:r>
              <a:rPr lang="en-US" dirty="0"/>
              <a:t>An ID must be unique within a webpage.</a:t>
            </a:r>
          </a:p>
          <a:p>
            <a:r>
              <a:rPr lang="en-US" b="1" dirty="0"/>
              <a:t>Syntax:</a:t>
            </a:r>
          </a:p>
          <a:p>
            <a:r>
              <a:rPr lang="en-US" dirty="0"/>
              <a:t>#idname {</a:t>
            </a:r>
          </a:p>
          <a:p>
            <a:r>
              <a:rPr lang="en-US" dirty="0"/>
              <a:t>    property: value;</a:t>
            </a:r>
          </a:p>
          <a:p>
            <a:r>
              <a:rPr lang="en-US" dirty="0"/>
              <a:t>}</a:t>
            </a:r>
          </a:p>
          <a:p>
            <a:r>
              <a:rPr lang="en-US" b="1" dirty="0"/>
              <a:t>Example:</a:t>
            </a:r>
          </a:p>
          <a:p>
            <a:r>
              <a:rPr lang="en-US" dirty="0"/>
              <a:t>&lt;p id="para1"&gt;Hello GTU&lt;/p&gt;</a:t>
            </a:r>
          </a:p>
          <a:p>
            <a:r>
              <a:rPr lang="en-US" dirty="0"/>
              <a:t>#para1 {</a:t>
            </a:r>
          </a:p>
          <a:p>
            <a:r>
              <a:rPr lang="en-US" dirty="0"/>
              <a:t>    color: green;</a:t>
            </a:r>
          </a:p>
          <a:p>
            <a:r>
              <a:rPr lang="en-US" dirty="0"/>
              <a:t>}</a:t>
            </a:r>
          </a:p>
          <a:p>
            <a:r>
              <a:rPr lang="en-US" dirty="0"/>
              <a:t>✔ Only the element with id="para1" will be styled.</a:t>
            </a:r>
          </a:p>
          <a:p>
            <a:endParaRPr lang="en-US" dirty="0"/>
          </a:p>
        </p:txBody>
      </p:sp>
    </p:spTree>
    <p:extLst>
      <p:ext uri="{BB962C8B-B14F-4D97-AF65-F5344CB8AC3E}">
        <p14:creationId xmlns:p14="http://schemas.microsoft.com/office/powerpoint/2010/main" val="15146860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73CF-9B19-E7DB-701D-CD7280C8953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CA29C61-2A5B-F347-F872-734185C7B1DE}"/>
              </a:ext>
            </a:extLst>
          </p:cNvPr>
          <p:cNvSpPr>
            <a:spLocks noGrp="1"/>
          </p:cNvSpPr>
          <p:nvPr>
            <p:ph sz="quarter" idx="4"/>
          </p:nvPr>
        </p:nvSpPr>
        <p:spPr>
          <a:xfrm>
            <a:off x="365607" y="254772"/>
            <a:ext cx="10854081" cy="5954004"/>
          </a:xfrm>
        </p:spPr>
        <p:txBody>
          <a:bodyPr>
            <a:normAutofit/>
          </a:bodyPr>
          <a:lstStyle/>
          <a:p>
            <a:r>
              <a:rPr lang="en-US" b="1" dirty="0"/>
              <a:t>2.3 Class Selector</a:t>
            </a:r>
          </a:p>
          <a:p>
            <a:r>
              <a:rPr lang="en-US" dirty="0"/>
              <a:t>The class selector selects elements having a specific class attribute.</a:t>
            </a:r>
            <a:br>
              <a:rPr lang="en-US" dirty="0"/>
            </a:br>
            <a:r>
              <a:rPr lang="en-US" dirty="0"/>
              <a:t>Multiple elements can share the same class.</a:t>
            </a:r>
          </a:p>
          <a:p>
            <a:r>
              <a:rPr lang="en-US" b="1" dirty="0"/>
              <a:t>Syntax:</a:t>
            </a:r>
          </a:p>
          <a:p>
            <a:r>
              <a:rPr lang="en-US" dirty="0"/>
              <a:t>.</a:t>
            </a:r>
            <a:r>
              <a:rPr lang="en-US" dirty="0" err="1"/>
              <a:t>classname</a:t>
            </a:r>
            <a:r>
              <a:rPr lang="en-US" dirty="0"/>
              <a:t> {</a:t>
            </a:r>
          </a:p>
          <a:p>
            <a:r>
              <a:rPr lang="en-US" dirty="0"/>
              <a:t>    property: value;</a:t>
            </a:r>
          </a:p>
          <a:p>
            <a:r>
              <a:rPr lang="en-US" dirty="0"/>
              <a:t>}</a:t>
            </a:r>
          </a:p>
          <a:p>
            <a:r>
              <a:rPr lang="en-US" b="1" dirty="0"/>
              <a:t>Example:</a:t>
            </a:r>
          </a:p>
          <a:p>
            <a:r>
              <a:rPr lang="en-US" dirty="0"/>
              <a:t>&lt;p class="text"&gt;Paragraph 1&lt;/p&gt;</a:t>
            </a:r>
          </a:p>
          <a:p>
            <a:r>
              <a:rPr lang="en-US" dirty="0"/>
              <a:t>&lt;p class="text"&gt;Paragraph 2&lt;/p&gt;</a:t>
            </a:r>
          </a:p>
          <a:p>
            <a:r>
              <a:rPr lang="en-US" dirty="0"/>
              <a:t>.text {</a:t>
            </a:r>
          </a:p>
          <a:p>
            <a:r>
              <a:rPr lang="en-US" dirty="0"/>
              <a:t>    color: blue;</a:t>
            </a:r>
          </a:p>
          <a:p>
            <a:r>
              <a:rPr lang="en-US" dirty="0"/>
              <a:t>}</a:t>
            </a:r>
          </a:p>
          <a:p>
            <a:r>
              <a:rPr lang="en-US" dirty="0"/>
              <a:t>✔ Both paragraphs will be blue.</a:t>
            </a:r>
          </a:p>
          <a:p>
            <a:endParaRPr lang="en-US" dirty="0"/>
          </a:p>
        </p:txBody>
      </p:sp>
    </p:spTree>
    <p:extLst>
      <p:ext uri="{BB962C8B-B14F-4D97-AF65-F5344CB8AC3E}">
        <p14:creationId xmlns:p14="http://schemas.microsoft.com/office/powerpoint/2010/main" val="2872949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9FDC6-43B0-93EB-737C-2F730090D3B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8BC1E97-1AEB-A478-7F35-57D5EFAD0D9B}"/>
              </a:ext>
            </a:extLst>
          </p:cNvPr>
          <p:cNvSpPr>
            <a:spLocks noGrp="1"/>
          </p:cNvSpPr>
          <p:nvPr>
            <p:ph sz="quarter" idx="4"/>
          </p:nvPr>
        </p:nvSpPr>
        <p:spPr>
          <a:xfrm>
            <a:off x="365607" y="254772"/>
            <a:ext cx="10854081" cy="5954004"/>
          </a:xfrm>
        </p:spPr>
        <p:txBody>
          <a:bodyPr>
            <a:normAutofit/>
          </a:bodyPr>
          <a:lstStyle/>
          <a:p>
            <a:r>
              <a:rPr lang="en-US" b="1" dirty="0"/>
              <a:t>2.4 Universal Selector</a:t>
            </a:r>
          </a:p>
          <a:p>
            <a:r>
              <a:rPr lang="en-US" dirty="0"/>
              <a:t>The universal selector selects all elements in the document.</a:t>
            </a:r>
          </a:p>
          <a:p>
            <a:r>
              <a:rPr lang="en-US" b="1" dirty="0"/>
              <a:t>Syntax:</a:t>
            </a:r>
          </a:p>
          <a:p>
            <a:r>
              <a:rPr lang="en-US" dirty="0"/>
              <a:t>* {</a:t>
            </a:r>
          </a:p>
          <a:p>
            <a:r>
              <a:rPr lang="en-US" dirty="0"/>
              <a:t>    property: value;</a:t>
            </a:r>
          </a:p>
          <a:p>
            <a:r>
              <a:rPr lang="en-US" dirty="0"/>
              <a:t>}</a:t>
            </a:r>
          </a:p>
          <a:p>
            <a:r>
              <a:rPr lang="en-US" b="1" dirty="0"/>
              <a:t>Example:</a:t>
            </a:r>
          </a:p>
          <a:p>
            <a:r>
              <a:rPr lang="en-US" dirty="0"/>
              <a:t>* {</a:t>
            </a:r>
          </a:p>
          <a:p>
            <a:r>
              <a:rPr lang="en-US" dirty="0"/>
              <a:t>    margin: 0;</a:t>
            </a:r>
          </a:p>
          <a:p>
            <a:r>
              <a:rPr lang="en-US" dirty="0"/>
              <a:t>}</a:t>
            </a:r>
          </a:p>
          <a:p>
            <a:r>
              <a:rPr lang="en-US" dirty="0"/>
              <a:t>✔ Removes default margin from all elements.</a:t>
            </a:r>
          </a:p>
          <a:p>
            <a:endParaRPr lang="en-US" dirty="0"/>
          </a:p>
        </p:txBody>
      </p:sp>
    </p:spTree>
    <p:extLst>
      <p:ext uri="{BB962C8B-B14F-4D97-AF65-F5344CB8AC3E}">
        <p14:creationId xmlns:p14="http://schemas.microsoft.com/office/powerpoint/2010/main" val="1843024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45AB6-0407-7F2E-7B4A-7D0BC449DCC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C04960A-A64F-FD7D-98A7-73134262B69B}"/>
              </a:ext>
            </a:extLst>
          </p:cNvPr>
          <p:cNvSpPr>
            <a:spLocks noGrp="1"/>
          </p:cNvSpPr>
          <p:nvPr>
            <p:ph sz="quarter" idx="4"/>
          </p:nvPr>
        </p:nvSpPr>
        <p:spPr>
          <a:xfrm>
            <a:off x="365607" y="254772"/>
            <a:ext cx="10854081" cy="5954004"/>
          </a:xfrm>
        </p:spPr>
        <p:txBody>
          <a:bodyPr>
            <a:normAutofit/>
          </a:bodyPr>
          <a:lstStyle/>
          <a:p>
            <a:r>
              <a:rPr lang="en-US" b="1" dirty="0"/>
              <a:t>2.5 Grouping Selector</a:t>
            </a:r>
          </a:p>
          <a:p>
            <a:r>
              <a:rPr lang="en-US" dirty="0"/>
              <a:t>Used to apply the same style to multiple elements.</a:t>
            </a:r>
          </a:p>
          <a:p>
            <a:r>
              <a:rPr lang="en-US" b="1" dirty="0"/>
              <a:t>Syntax:</a:t>
            </a:r>
          </a:p>
          <a:p>
            <a:r>
              <a:rPr lang="en-US" dirty="0"/>
              <a:t>selector1, selector2 {</a:t>
            </a:r>
          </a:p>
          <a:p>
            <a:r>
              <a:rPr lang="en-US" dirty="0"/>
              <a:t>    property: value;</a:t>
            </a:r>
          </a:p>
          <a:p>
            <a:r>
              <a:rPr lang="en-US" dirty="0"/>
              <a:t>}</a:t>
            </a:r>
          </a:p>
          <a:p>
            <a:r>
              <a:rPr lang="en-US" b="1" dirty="0"/>
              <a:t>Example:</a:t>
            </a:r>
          </a:p>
          <a:p>
            <a:r>
              <a:rPr lang="en-US" dirty="0"/>
              <a:t>h1, h2, p {</a:t>
            </a:r>
          </a:p>
          <a:p>
            <a:r>
              <a:rPr lang="en-US" dirty="0"/>
              <a:t>    color: purple;</a:t>
            </a:r>
          </a:p>
          <a:p>
            <a:r>
              <a:rPr lang="en-US" dirty="0"/>
              <a:t>}</a:t>
            </a:r>
          </a:p>
          <a:p>
            <a:r>
              <a:rPr lang="en-US" dirty="0"/>
              <a:t>✔ Applies same style to h1, h2 and p.</a:t>
            </a:r>
          </a:p>
          <a:p>
            <a:endParaRPr lang="en-US" dirty="0"/>
          </a:p>
        </p:txBody>
      </p:sp>
    </p:spTree>
    <p:extLst>
      <p:ext uri="{BB962C8B-B14F-4D97-AF65-F5344CB8AC3E}">
        <p14:creationId xmlns:p14="http://schemas.microsoft.com/office/powerpoint/2010/main" val="296987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91E74-2E35-0063-C160-A0386F4D9A6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40EC792-8095-5816-1DBE-345DF9AEB69B}"/>
              </a:ext>
            </a:extLst>
          </p:cNvPr>
          <p:cNvSpPr>
            <a:spLocks noGrp="1"/>
          </p:cNvSpPr>
          <p:nvPr>
            <p:ph sz="quarter" idx="4"/>
          </p:nvPr>
        </p:nvSpPr>
        <p:spPr>
          <a:xfrm>
            <a:off x="365607" y="254772"/>
            <a:ext cx="10854081" cy="5954004"/>
          </a:xfrm>
        </p:spPr>
        <p:txBody>
          <a:bodyPr>
            <a:normAutofit/>
          </a:bodyPr>
          <a:lstStyle/>
          <a:p>
            <a:r>
              <a:rPr lang="en-US" sz="2800" b="1" dirty="0"/>
              <a:t>3. Combinator Selectors</a:t>
            </a:r>
          </a:p>
          <a:p>
            <a:r>
              <a:rPr lang="en-US" dirty="0"/>
              <a:t>Combinator selectors define relationships between elements.</a:t>
            </a:r>
          </a:p>
          <a:p>
            <a:endParaRPr lang="en-US" dirty="0"/>
          </a:p>
          <a:p>
            <a:endParaRPr lang="en-US" dirty="0"/>
          </a:p>
        </p:txBody>
      </p:sp>
      <p:graphicFrame>
        <p:nvGraphicFramePr>
          <p:cNvPr id="2" name="Table 1">
            <a:extLst>
              <a:ext uri="{FF2B5EF4-FFF2-40B4-BE49-F238E27FC236}">
                <a16:creationId xmlns:a16="http://schemas.microsoft.com/office/drawing/2014/main" id="{68C2A2AF-08E6-528F-C4D3-2E3D7CE19468}"/>
              </a:ext>
            </a:extLst>
          </p:cNvPr>
          <p:cNvGraphicFramePr>
            <a:graphicFrameLocks noGrp="1"/>
          </p:cNvGraphicFramePr>
          <p:nvPr>
            <p:extLst>
              <p:ext uri="{D42A27DB-BD31-4B8C-83A1-F6EECF244321}">
                <p14:modId xmlns:p14="http://schemas.microsoft.com/office/powerpoint/2010/main" val="2764904536"/>
              </p:ext>
            </p:extLst>
          </p:nvPr>
        </p:nvGraphicFramePr>
        <p:xfrm>
          <a:off x="459232" y="1195154"/>
          <a:ext cx="8128000" cy="512064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2931749928"/>
                    </a:ext>
                  </a:extLst>
                </a:gridCol>
                <a:gridCol w="4064000">
                  <a:extLst>
                    <a:ext uri="{9D8B030D-6E8A-4147-A177-3AD203B41FA5}">
                      <a16:colId xmlns:a16="http://schemas.microsoft.com/office/drawing/2014/main" val="3443831592"/>
                    </a:ext>
                  </a:extLst>
                </a:gridCol>
              </a:tblGrid>
              <a:tr h="370840">
                <a:tc>
                  <a:txBody>
                    <a:bodyPr/>
                    <a:lstStyle/>
                    <a:p>
                      <a:r>
                        <a:rPr lang="en-US" b="1" dirty="0">
                          <a:solidFill>
                            <a:srgbClr val="202C8F"/>
                          </a:solidFill>
                        </a:rPr>
                        <a:t>3.1 Descendant Selector (space)</a:t>
                      </a:r>
                    </a:p>
                    <a:p>
                      <a:r>
                        <a:rPr lang="en-US" b="0" dirty="0">
                          <a:solidFill>
                            <a:srgbClr val="202C8F"/>
                          </a:solidFill>
                        </a:rPr>
                        <a:t>Selects elements inside another element.</a:t>
                      </a:r>
                    </a:p>
                    <a:p>
                      <a:r>
                        <a:rPr lang="en-US" b="0" dirty="0">
                          <a:solidFill>
                            <a:srgbClr val="202C8F"/>
                          </a:solidFill>
                        </a:rPr>
                        <a:t>Example:</a:t>
                      </a:r>
                    </a:p>
                    <a:p>
                      <a:r>
                        <a:rPr lang="en-US" b="0" dirty="0">
                          <a:solidFill>
                            <a:srgbClr val="202C8F"/>
                          </a:solidFill>
                        </a:rPr>
                        <a:t>div p {</a:t>
                      </a:r>
                    </a:p>
                    <a:p>
                      <a:r>
                        <a:rPr lang="en-US" b="0" dirty="0">
                          <a:solidFill>
                            <a:srgbClr val="202C8F"/>
                          </a:solidFill>
                        </a:rPr>
                        <a:t>    color: orange;</a:t>
                      </a:r>
                    </a:p>
                    <a:p>
                      <a:r>
                        <a:rPr lang="en-US" b="0" dirty="0">
                          <a:solidFill>
                            <a:srgbClr val="202C8F"/>
                          </a:solidFill>
                        </a:rPr>
                        <a:t>}</a:t>
                      </a:r>
                    </a:p>
                    <a:p>
                      <a:r>
                        <a:rPr lang="en-US" b="0" dirty="0">
                          <a:solidFill>
                            <a:srgbClr val="202C8F"/>
                          </a:solidFill>
                        </a:rPr>
                        <a:t>✔ Selects all &lt;p&gt; inside &lt;div&gt;.</a:t>
                      </a:r>
                    </a:p>
                    <a:p>
                      <a:endParaRPr lang="en-US" dirty="0">
                        <a:solidFill>
                          <a:srgbClr val="202C8F"/>
                        </a:solidFill>
                      </a:endParaRPr>
                    </a:p>
                  </a:txBody>
                  <a:tcPr/>
                </a:tc>
                <a:tc>
                  <a:txBody>
                    <a:bodyPr/>
                    <a:lstStyle/>
                    <a:p>
                      <a:r>
                        <a:rPr lang="en-US" b="1" dirty="0">
                          <a:solidFill>
                            <a:srgbClr val="202C8F"/>
                          </a:solidFill>
                        </a:rPr>
                        <a:t>3.2 Child Selector (&gt;)</a:t>
                      </a:r>
                      <a:endParaRPr lang="en-US" b="0" dirty="0">
                        <a:solidFill>
                          <a:srgbClr val="202C8F"/>
                        </a:solidFill>
                      </a:endParaRPr>
                    </a:p>
                    <a:p>
                      <a:r>
                        <a:rPr lang="en-US" b="0" dirty="0">
                          <a:solidFill>
                            <a:srgbClr val="202C8F"/>
                          </a:solidFill>
                        </a:rPr>
                        <a:t>Selects only direct child elements.</a:t>
                      </a:r>
                    </a:p>
                    <a:p>
                      <a:r>
                        <a:rPr lang="en-US" b="0" dirty="0">
                          <a:solidFill>
                            <a:srgbClr val="202C8F"/>
                          </a:solidFill>
                        </a:rPr>
                        <a:t>Example:</a:t>
                      </a:r>
                    </a:p>
                    <a:p>
                      <a:pPr rtl="0"/>
                      <a:r>
                        <a:rPr lang="en-US" sz="1800" b="0" kern="1200" dirty="0">
                          <a:solidFill>
                            <a:srgbClr val="202C8F"/>
                          </a:solidFill>
                          <a:latin typeface="+mn-lt"/>
                          <a:ea typeface="+mn-ea"/>
                          <a:cs typeface="+mn-cs"/>
                        </a:rPr>
                        <a:t>div &gt; p {</a:t>
                      </a:r>
                    </a:p>
                    <a:p>
                      <a:pPr rtl="0"/>
                      <a:r>
                        <a:rPr lang="en-US" sz="1800" b="0" kern="1200" dirty="0">
                          <a:solidFill>
                            <a:srgbClr val="202C8F"/>
                          </a:solidFill>
                          <a:latin typeface="+mn-lt"/>
                          <a:ea typeface="+mn-ea"/>
                          <a:cs typeface="+mn-cs"/>
                        </a:rPr>
                        <a:t>    color: red;</a:t>
                      </a:r>
                    </a:p>
                    <a:p>
                      <a:pPr rtl="0"/>
                      <a:r>
                        <a:rPr lang="en-US" sz="1800" b="0" kern="1200" dirty="0">
                          <a:solidFill>
                            <a:srgbClr val="202C8F"/>
                          </a:solidFill>
                          <a:latin typeface="+mn-lt"/>
                          <a:ea typeface="+mn-ea"/>
                          <a:cs typeface="+mn-cs"/>
                        </a:rPr>
                        <a:t>}</a:t>
                      </a:r>
                    </a:p>
                    <a:p>
                      <a:r>
                        <a:rPr lang="en-US" b="0" dirty="0">
                          <a:solidFill>
                            <a:srgbClr val="202C8F"/>
                          </a:solidFill>
                        </a:rPr>
                        <a:t>✔ Selects only direct </a:t>
                      </a:r>
                      <a:r>
                        <a:rPr lang="en-US" sz="1800" b="0" kern="1200" dirty="0">
                          <a:solidFill>
                            <a:srgbClr val="202C8F"/>
                          </a:solidFill>
                          <a:latin typeface="+mn-lt"/>
                          <a:ea typeface="+mn-ea"/>
                          <a:cs typeface="+mn-cs"/>
                        </a:rPr>
                        <a:t>&lt;p&gt;</a:t>
                      </a:r>
                      <a:r>
                        <a:rPr lang="en-US" b="0" dirty="0">
                          <a:solidFill>
                            <a:srgbClr val="202C8F"/>
                          </a:solidFill>
                        </a:rPr>
                        <a:t> children of </a:t>
                      </a:r>
                      <a:r>
                        <a:rPr lang="en-US" sz="1800" b="0" kern="1200" dirty="0">
                          <a:solidFill>
                            <a:srgbClr val="202C8F"/>
                          </a:solidFill>
                          <a:latin typeface="+mn-lt"/>
                          <a:ea typeface="+mn-ea"/>
                          <a:cs typeface="+mn-cs"/>
                        </a:rPr>
                        <a:t>&lt;div&gt;</a:t>
                      </a:r>
                      <a:r>
                        <a:rPr lang="en-US" b="0" dirty="0">
                          <a:solidFill>
                            <a:srgbClr val="202C8F"/>
                          </a:solidFill>
                        </a:rPr>
                        <a:t>.</a:t>
                      </a:r>
                    </a:p>
                    <a:p>
                      <a:endParaRPr lang="en-US" dirty="0">
                        <a:solidFill>
                          <a:srgbClr val="202C8F"/>
                        </a:solidFill>
                      </a:endParaRPr>
                    </a:p>
                  </a:txBody>
                  <a:tcPr/>
                </a:tc>
                <a:extLst>
                  <a:ext uri="{0D108BD9-81ED-4DB2-BD59-A6C34878D82A}">
                    <a16:rowId xmlns:a16="http://schemas.microsoft.com/office/drawing/2014/main" val="2714102529"/>
                  </a:ext>
                </a:extLst>
              </a:tr>
              <a:tr h="370840">
                <a:tc>
                  <a:txBody>
                    <a:bodyPr/>
                    <a:lstStyle/>
                    <a:p>
                      <a:r>
                        <a:rPr lang="en-US" b="1" dirty="0">
                          <a:solidFill>
                            <a:srgbClr val="202C8F"/>
                          </a:solidFill>
                        </a:rPr>
                        <a:t>3.3 Adjacent Sibling Selector (+)</a:t>
                      </a:r>
                    </a:p>
                    <a:p>
                      <a:r>
                        <a:rPr lang="en-US" dirty="0">
                          <a:solidFill>
                            <a:srgbClr val="202C8F"/>
                          </a:solidFill>
                        </a:rPr>
                        <a:t>Selects the immediate next sibling.</a:t>
                      </a:r>
                    </a:p>
                    <a:p>
                      <a:r>
                        <a:rPr lang="en-US" b="1" dirty="0">
                          <a:solidFill>
                            <a:srgbClr val="202C8F"/>
                          </a:solidFill>
                        </a:rPr>
                        <a:t>Example:</a:t>
                      </a:r>
                    </a:p>
                    <a:p>
                      <a:pPr rtl="0"/>
                      <a:r>
                        <a:rPr lang="en-US" sz="1800" kern="1200" dirty="0">
                          <a:solidFill>
                            <a:srgbClr val="202C8F"/>
                          </a:solidFill>
                          <a:latin typeface="+mn-lt"/>
                          <a:ea typeface="+mn-ea"/>
                          <a:cs typeface="+mn-cs"/>
                        </a:rPr>
                        <a:t>h1 + p {</a:t>
                      </a:r>
                    </a:p>
                    <a:p>
                      <a:pPr rtl="0"/>
                      <a:r>
                        <a:rPr lang="en-US" sz="1800" kern="1200" dirty="0">
                          <a:solidFill>
                            <a:srgbClr val="202C8F"/>
                          </a:solidFill>
                          <a:latin typeface="+mn-lt"/>
                          <a:ea typeface="+mn-ea"/>
                          <a:cs typeface="+mn-cs"/>
                        </a:rPr>
                        <a:t>    color: brown;</a:t>
                      </a:r>
                    </a:p>
                    <a:p>
                      <a:pPr rtl="0"/>
                      <a:r>
                        <a:rPr lang="en-US" sz="1800" kern="1200" dirty="0">
                          <a:solidFill>
                            <a:srgbClr val="202C8F"/>
                          </a:solidFill>
                          <a:latin typeface="+mn-lt"/>
                          <a:ea typeface="+mn-ea"/>
                          <a:cs typeface="+mn-cs"/>
                        </a:rPr>
                        <a:t>}</a:t>
                      </a:r>
                    </a:p>
                    <a:p>
                      <a:r>
                        <a:rPr lang="en-US" dirty="0">
                          <a:solidFill>
                            <a:srgbClr val="202C8F"/>
                          </a:solidFill>
                        </a:rPr>
                        <a:t>✔ Selects first </a:t>
                      </a:r>
                      <a:r>
                        <a:rPr lang="en-US" sz="1800" kern="1200" dirty="0">
                          <a:solidFill>
                            <a:srgbClr val="202C8F"/>
                          </a:solidFill>
                          <a:latin typeface="+mn-lt"/>
                          <a:ea typeface="+mn-ea"/>
                          <a:cs typeface="+mn-cs"/>
                        </a:rPr>
                        <a:t>&lt;p&gt;</a:t>
                      </a:r>
                      <a:r>
                        <a:rPr lang="en-US" dirty="0">
                          <a:solidFill>
                            <a:srgbClr val="202C8F"/>
                          </a:solidFill>
                        </a:rPr>
                        <a:t> immediately after </a:t>
                      </a:r>
                      <a:r>
                        <a:rPr lang="en-US" sz="1800" kern="1200" dirty="0">
                          <a:solidFill>
                            <a:srgbClr val="202C8F"/>
                          </a:solidFill>
                          <a:latin typeface="+mn-lt"/>
                          <a:ea typeface="+mn-ea"/>
                          <a:cs typeface="+mn-cs"/>
                        </a:rPr>
                        <a:t>&lt;h1&gt;</a:t>
                      </a:r>
                      <a:r>
                        <a:rPr lang="en-US" dirty="0">
                          <a:solidFill>
                            <a:srgbClr val="202C8F"/>
                          </a:solidFill>
                        </a:rPr>
                        <a:t>.</a:t>
                      </a:r>
                    </a:p>
                    <a:p>
                      <a:endParaRPr lang="en-US" dirty="0">
                        <a:solidFill>
                          <a:srgbClr val="202C8F"/>
                        </a:solidFill>
                      </a:endParaRPr>
                    </a:p>
                  </a:txBody>
                  <a:tcPr/>
                </a:tc>
                <a:tc>
                  <a:txBody>
                    <a:bodyPr/>
                    <a:lstStyle/>
                    <a:p>
                      <a:r>
                        <a:rPr lang="en-US" b="1" dirty="0">
                          <a:solidFill>
                            <a:srgbClr val="202C8F"/>
                          </a:solidFill>
                        </a:rPr>
                        <a:t>3.4 General Sibling Selector (~)</a:t>
                      </a:r>
                    </a:p>
                    <a:p>
                      <a:r>
                        <a:rPr lang="en-US" dirty="0">
                          <a:solidFill>
                            <a:srgbClr val="202C8F"/>
                          </a:solidFill>
                        </a:rPr>
                        <a:t>Selects all sibling elements after a specific element.</a:t>
                      </a:r>
                    </a:p>
                    <a:p>
                      <a:r>
                        <a:rPr lang="en-US" b="1" dirty="0">
                          <a:solidFill>
                            <a:srgbClr val="202C8F"/>
                          </a:solidFill>
                        </a:rPr>
                        <a:t>Example:</a:t>
                      </a:r>
                    </a:p>
                    <a:p>
                      <a:pPr rtl="0"/>
                      <a:r>
                        <a:rPr lang="en-US" sz="1800" kern="1200" dirty="0">
                          <a:solidFill>
                            <a:srgbClr val="202C8F"/>
                          </a:solidFill>
                          <a:latin typeface="+mn-lt"/>
                          <a:ea typeface="+mn-ea"/>
                          <a:cs typeface="+mn-cs"/>
                        </a:rPr>
                        <a:t>h1 ~ p {</a:t>
                      </a:r>
                    </a:p>
                    <a:p>
                      <a:pPr rtl="0"/>
                      <a:r>
                        <a:rPr lang="en-US" sz="1800" kern="1200" dirty="0">
                          <a:solidFill>
                            <a:srgbClr val="202C8F"/>
                          </a:solidFill>
                          <a:latin typeface="+mn-lt"/>
                          <a:ea typeface="+mn-ea"/>
                          <a:cs typeface="+mn-cs"/>
                        </a:rPr>
                        <a:t>    color: gray;</a:t>
                      </a:r>
                    </a:p>
                    <a:p>
                      <a:pPr rtl="0"/>
                      <a:r>
                        <a:rPr lang="en-US" sz="1800" kern="1200" dirty="0">
                          <a:solidFill>
                            <a:srgbClr val="202C8F"/>
                          </a:solidFill>
                          <a:latin typeface="+mn-lt"/>
                          <a:ea typeface="+mn-ea"/>
                          <a:cs typeface="+mn-cs"/>
                        </a:rPr>
                        <a:t>}</a:t>
                      </a:r>
                    </a:p>
                    <a:p>
                      <a:r>
                        <a:rPr lang="en-US" dirty="0">
                          <a:solidFill>
                            <a:srgbClr val="202C8F"/>
                          </a:solidFill>
                        </a:rPr>
                        <a:t>✔ Selects all </a:t>
                      </a:r>
                      <a:r>
                        <a:rPr lang="en-US" sz="1800" kern="1200" dirty="0">
                          <a:solidFill>
                            <a:srgbClr val="202C8F"/>
                          </a:solidFill>
                          <a:latin typeface="+mn-lt"/>
                          <a:ea typeface="+mn-ea"/>
                          <a:cs typeface="+mn-cs"/>
                        </a:rPr>
                        <a:t>&lt;p&gt;</a:t>
                      </a:r>
                      <a:r>
                        <a:rPr lang="en-US" dirty="0">
                          <a:solidFill>
                            <a:srgbClr val="202C8F"/>
                          </a:solidFill>
                        </a:rPr>
                        <a:t> after </a:t>
                      </a:r>
                      <a:r>
                        <a:rPr lang="en-US" sz="1800" kern="1200" dirty="0">
                          <a:solidFill>
                            <a:srgbClr val="202C8F"/>
                          </a:solidFill>
                          <a:latin typeface="+mn-lt"/>
                          <a:ea typeface="+mn-ea"/>
                          <a:cs typeface="+mn-cs"/>
                        </a:rPr>
                        <a:t>&lt;h1&gt;</a:t>
                      </a:r>
                      <a:r>
                        <a:rPr lang="en-US" dirty="0">
                          <a:solidFill>
                            <a:srgbClr val="202C8F"/>
                          </a:solidFill>
                        </a:rPr>
                        <a:t>.</a:t>
                      </a:r>
                    </a:p>
                    <a:p>
                      <a:endParaRPr lang="en-US" dirty="0">
                        <a:solidFill>
                          <a:srgbClr val="202C8F"/>
                        </a:solidFill>
                      </a:endParaRPr>
                    </a:p>
                  </a:txBody>
                  <a:tcPr/>
                </a:tc>
                <a:extLst>
                  <a:ext uri="{0D108BD9-81ED-4DB2-BD59-A6C34878D82A}">
                    <a16:rowId xmlns:a16="http://schemas.microsoft.com/office/drawing/2014/main" val="2372268158"/>
                  </a:ext>
                </a:extLst>
              </a:tr>
            </a:tbl>
          </a:graphicData>
        </a:graphic>
      </p:graphicFrame>
    </p:spTree>
    <p:extLst>
      <p:ext uri="{BB962C8B-B14F-4D97-AF65-F5344CB8AC3E}">
        <p14:creationId xmlns:p14="http://schemas.microsoft.com/office/powerpoint/2010/main" val="1428533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C33F2-5B8B-1884-C044-B4692CC84C9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6258857-27FD-3F37-1F40-DF4B0650B7B9}"/>
              </a:ext>
            </a:extLst>
          </p:cNvPr>
          <p:cNvGraphicFramePr>
            <a:graphicFrameLocks noGrp="1"/>
          </p:cNvGraphicFramePr>
          <p:nvPr>
            <p:extLst>
              <p:ext uri="{D42A27DB-BD31-4B8C-83A1-F6EECF244321}">
                <p14:modId xmlns:p14="http://schemas.microsoft.com/office/powerpoint/2010/main" val="2205710250"/>
              </p:ext>
            </p:extLst>
          </p:nvPr>
        </p:nvGraphicFramePr>
        <p:xfrm>
          <a:off x="365606" y="108468"/>
          <a:ext cx="11512450" cy="6522720"/>
        </p:xfrm>
        <a:graphic>
          <a:graphicData uri="http://schemas.openxmlformats.org/drawingml/2006/table">
            <a:tbl>
              <a:tblPr firstRow="1" bandRow="1">
                <a:tableStyleId>{3B4B98B0-60AC-42C2-AFA5-B58CD77FA1E5}</a:tableStyleId>
              </a:tblPr>
              <a:tblGrid>
                <a:gridCol w="5756225">
                  <a:extLst>
                    <a:ext uri="{9D8B030D-6E8A-4147-A177-3AD203B41FA5}">
                      <a16:colId xmlns:a16="http://schemas.microsoft.com/office/drawing/2014/main" val="4259763223"/>
                    </a:ext>
                  </a:extLst>
                </a:gridCol>
                <a:gridCol w="5756225">
                  <a:extLst>
                    <a:ext uri="{9D8B030D-6E8A-4147-A177-3AD203B41FA5}">
                      <a16:colId xmlns:a16="http://schemas.microsoft.com/office/drawing/2014/main" val="568734109"/>
                    </a:ext>
                  </a:extLst>
                </a:gridCol>
              </a:tblGrid>
              <a:tr h="2872476">
                <a:tc>
                  <a:txBody>
                    <a:bodyPr/>
                    <a:lstStyle/>
                    <a:p>
                      <a:r>
                        <a:rPr lang="en-US" sz="1600" b="0" dirty="0">
                          <a:solidFill>
                            <a:srgbClr val="202C8F"/>
                          </a:solidFill>
                        </a:rPr>
                        <a:t>4. Attribute Selector</a:t>
                      </a:r>
                    </a:p>
                    <a:p>
                      <a:r>
                        <a:rPr lang="en-US" sz="1600" b="0" dirty="0">
                          <a:solidFill>
                            <a:srgbClr val="202C8F"/>
                          </a:solidFill>
                        </a:rPr>
                        <a:t>Selects elements based on attribute values.</a:t>
                      </a:r>
                    </a:p>
                    <a:p>
                      <a:r>
                        <a:rPr lang="en-US" sz="1600" b="0" dirty="0">
                          <a:solidFill>
                            <a:srgbClr val="202C8F"/>
                          </a:solidFill>
                        </a:rPr>
                        <a:t>Syntax:</a:t>
                      </a:r>
                    </a:p>
                    <a:p>
                      <a:r>
                        <a:rPr lang="en-US" sz="1600" b="0" dirty="0">
                          <a:solidFill>
                            <a:srgbClr val="202C8F"/>
                          </a:solidFill>
                        </a:rPr>
                        <a:t>element[attribute="value"] {</a:t>
                      </a:r>
                    </a:p>
                    <a:p>
                      <a:r>
                        <a:rPr lang="en-US" sz="1600" b="0" dirty="0">
                          <a:solidFill>
                            <a:srgbClr val="202C8F"/>
                          </a:solidFill>
                        </a:rPr>
                        <a:t>    property: value;</a:t>
                      </a:r>
                    </a:p>
                    <a:p>
                      <a:r>
                        <a:rPr lang="en-US" sz="1600" b="0" dirty="0">
                          <a:solidFill>
                            <a:srgbClr val="202C8F"/>
                          </a:solidFill>
                        </a:rPr>
                        <a:t>}</a:t>
                      </a:r>
                    </a:p>
                    <a:p>
                      <a:r>
                        <a:rPr lang="en-US" sz="1600" b="0" dirty="0">
                          <a:solidFill>
                            <a:srgbClr val="202C8F"/>
                          </a:solidFill>
                        </a:rPr>
                        <a:t>Example:</a:t>
                      </a:r>
                    </a:p>
                    <a:p>
                      <a:r>
                        <a:rPr lang="en-US" sz="1600" b="0" dirty="0">
                          <a:solidFill>
                            <a:srgbClr val="202C8F"/>
                          </a:solidFill>
                        </a:rPr>
                        <a:t>input[type="text"] {</a:t>
                      </a:r>
                    </a:p>
                    <a:p>
                      <a:r>
                        <a:rPr lang="en-US" sz="1600" b="0" dirty="0">
                          <a:solidFill>
                            <a:srgbClr val="202C8F"/>
                          </a:solidFill>
                        </a:rPr>
                        <a:t>    border: 2px solid blue;</a:t>
                      </a:r>
                    </a:p>
                    <a:p>
                      <a:r>
                        <a:rPr lang="en-US" sz="1600" b="0" dirty="0">
                          <a:solidFill>
                            <a:srgbClr val="202C8F"/>
                          </a:solidFill>
                        </a:rPr>
                        <a:t>}</a:t>
                      </a:r>
                    </a:p>
                    <a:p>
                      <a:r>
                        <a:rPr lang="en-US" sz="1600" b="0" dirty="0">
                          <a:solidFill>
                            <a:srgbClr val="202C8F"/>
                          </a:solidFill>
                        </a:rPr>
                        <a:t>✔ Selects only text input fields.</a:t>
                      </a:r>
                    </a:p>
                  </a:txBody>
                  <a:tcPr/>
                </a:tc>
                <a:tc>
                  <a:txBody>
                    <a:bodyPr/>
                    <a:lstStyle/>
                    <a:p>
                      <a:r>
                        <a:rPr lang="en-US" sz="1600" b="0" dirty="0">
                          <a:solidFill>
                            <a:srgbClr val="202C8F"/>
                          </a:solidFill>
                        </a:rPr>
                        <a:t>5. Pseudo-Class Selector</a:t>
                      </a:r>
                    </a:p>
                    <a:p>
                      <a:r>
                        <a:rPr lang="en-US" sz="1600" b="0" dirty="0">
                          <a:solidFill>
                            <a:srgbClr val="202C8F"/>
                          </a:solidFill>
                        </a:rPr>
                        <a:t>Used to define special states of elements.</a:t>
                      </a:r>
                    </a:p>
                    <a:p>
                      <a:r>
                        <a:rPr lang="en-US" sz="1600" b="0" dirty="0">
                          <a:solidFill>
                            <a:srgbClr val="202C8F"/>
                          </a:solidFill>
                        </a:rPr>
                        <a:t>Example:</a:t>
                      </a:r>
                    </a:p>
                    <a:p>
                      <a:pPr rtl="0"/>
                      <a:r>
                        <a:rPr lang="en-US" sz="1600" b="0" kern="1200" dirty="0">
                          <a:solidFill>
                            <a:srgbClr val="202C8F"/>
                          </a:solidFill>
                          <a:latin typeface="+mn-lt"/>
                          <a:ea typeface="+mn-ea"/>
                          <a:cs typeface="+mn-cs"/>
                        </a:rPr>
                        <a:t>a:hover {</a:t>
                      </a:r>
                    </a:p>
                    <a:p>
                      <a:pPr rtl="0"/>
                      <a:r>
                        <a:rPr lang="en-US" sz="1600" b="0" kern="1200" dirty="0">
                          <a:solidFill>
                            <a:srgbClr val="202C8F"/>
                          </a:solidFill>
                          <a:latin typeface="+mn-lt"/>
                          <a:ea typeface="+mn-ea"/>
                          <a:cs typeface="+mn-cs"/>
                        </a:rPr>
                        <a:t>    color: red;</a:t>
                      </a:r>
                    </a:p>
                    <a:p>
                      <a:pPr rtl="0"/>
                      <a:r>
                        <a:rPr lang="en-US" sz="1600" b="0" kern="1200" dirty="0">
                          <a:solidFill>
                            <a:srgbClr val="202C8F"/>
                          </a:solidFill>
                          <a:latin typeface="+mn-lt"/>
                          <a:ea typeface="+mn-ea"/>
                          <a:cs typeface="+mn-cs"/>
                        </a:rPr>
                        <a:t>}</a:t>
                      </a:r>
                    </a:p>
                    <a:p>
                      <a:r>
                        <a:rPr lang="en-US" sz="1600" b="0" dirty="0">
                          <a:solidFill>
                            <a:srgbClr val="202C8F"/>
                          </a:solidFill>
                        </a:rPr>
                        <a:t>✔ Changes color when mouse hovers over link.</a:t>
                      </a:r>
                    </a:p>
                    <a:p>
                      <a:r>
                        <a:rPr lang="en-US" sz="1600" b="0" dirty="0">
                          <a:solidFill>
                            <a:srgbClr val="202C8F"/>
                          </a:solidFill>
                        </a:rPr>
                        <a:t>Other Examples:</a:t>
                      </a:r>
                    </a:p>
                    <a:p>
                      <a:r>
                        <a:rPr lang="en-US" sz="1600" b="0" kern="1200" dirty="0">
                          <a:solidFill>
                            <a:srgbClr val="202C8F"/>
                          </a:solidFill>
                          <a:latin typeface="+mn-lt"/>
                          <a:ea typeface="+mn-ea"/>
                          <a:cs typeface="+mn-cs"/>
                        </a:rPr>
                        <a:t>:active</a:t>
                      </a:r>
                      <a:endParaRPr lang="en-US" sz="1600" b="0" dirty="0">
                        <a:solidFill>
                          <a:srgbClr val="202C8F"/>
                        </a:solidFill>
                      </a:endParaRPr>
                    </a:p>
                    <a:p>
                      <a:r>
                        <a:rPr lang="en-US" sz="1600" b="0" kern="1200" dirty="0">
                          <a:solidFill>
                            <a:srgbClr val="202C8F"/>
                          </a:solidFill>
                          <a:latin typeface="+mn-lt"/>
                          <a:ea typeface="+mn-ea"/>
                          <a:cs typeface="+mn-cs"/>
                        </a:rPr>
                        <a:t>:focus</a:t>
                      </a:r>
                      <a:endParaRPr lang="en-US" sz="1600" b="0" dirty="0">
                        <a:solidFill>
                          <a:srgbClr val="202C8F"/>
                        </a:solidFill>
                      </a:endParaRPr>
                    </a:p>
                    <a:p>
                      <a:r>
                        <a:rPr lang="en-US" sz="1600" b="0" kern="1200" dirty="0">
                          <a:solidFill>
                            <a:srgbClr val="202C8F"/>
                          </a:solidFill>
                          <a:latin typeface="+mn-lt"/>
                          <a:ea typeface="+mn-ea"/>
                          <a:cs typeface="+mn-cs"/>
                        </a:rPr>
                        <a:t>:first-child</a:t>
                      </a:r>
                      <a:endParaRPr lang="en-US" sz="1600" b="0" dirty="0">
                        <a:solidFill>
                          <a:srgbClr val="202C8F"/>
                        </a:solidFill>
                      </a:endParaRPr>
                    </a:p>
                    <a:p>
                      <a:endParaRPr lang="en-US" sz="1600" b="0" dirty="0">
                        <a:solidFill>
                          <a:srgbClr val="202C8F"/>
                        </a:solidFill>
                      </a:endParaRPr>
                    </a:p>
                  </a:txBody>
                  <a:tcPr/>
                </a:tc>
                <a:extLst>
                  <a:ext uri="{0D108BD9-81ED-4DB2-BD59-A6C34878D82A}">
                    <a16:rowId xmlns:a16="http://schemas.microsoft.com/office/drawing/2014/main" val="2209908460"/>
                  </a:ext>
                </a:extLst>
              </a:tr>
              <a:tr h="3375396">
                <a:tc>
                  <a:txBody>
                    <a:bodyPr/>
                    <a:lstStyle/>
                    <a:p>
                      <a:r>
                        <a:rPr lang="en-US" sz="1600" b="1" dirty="0"/>
                        <a:t>6. Pseudo-Element Selector</a:t>
                      </a:r>
                    </a:p>
                    <a:p>
                      <a:r>
                        <a:rPr lang="en-US" sz="1600" b="1" dirty="0"/>
                        <a:t>Theory:</a:t>
                      </a:r>
                    </a:p>
                    <a:p>
                      <a:r>
                        <a:rPr lang="en-US" sz="1600" dirty="0"/>
                        <a:t>Used to style specific parts of an element.</a:t>
                      </a:r>
                    </a:p>
                    <a:p>
                      <a:r>
                        <a:rPr lang="en-US" sz="1600" b="1" dirty="0"/>
                        <a:t>Example:</a:t>
                      </a:r>
                    </a:p>
                    <a:p>
                      <a:pPr rtl="0"/>
                      <a:r>
                        <a:rPr lang="en-US" sz="1600" kern="1200" dirty="0">
                          <a:solidFill>
                            <a:schemeClr val="tx1"/>
                          </a:solidFill>
                          <a:latin typeface="+mn-lt"/>
                          <a:ea typeface="+mn-ea"/>
                          <a:cs typeface="+mn-cs"/>
                        </a:rPr>
                        <a:t>p::first-letter {</a:t>
                      </a:r>
                    </a:p>
                    <a:p>
                      <a:pPr rtl="0"/>
                      <a:r>
                        <a:rPr lang="en-US" sz="1600" kern="1200" dirty="0">
                          <a:solidFill>
                            <a:schemeClr val="tx1"/>
                          </a:solidFill>
                          <a:latin typeface="+mn-lt"/>
                          <a:ea typeface="+mn-ea"/>
                          <a:cs typeface="+mn-cs"/>
                        </a:rPr>
                        <a:t>    font-size: 30px;</a:t>
                      </a:r>
                    </a:p>
                    <a:p>
                      <a:pPr rtl="0"/>
                      <a:r>
                        <a:rPr lang="en-US" sz="1600" kern="1200" dirty="0">
                          <a:solidFill>
                            <a:schemeClr val="tx1"/>
                          </a:solidFill>
                          <a:latin typeface="+mn-lt"/>
                          <a:ea typeface="+mn-ea"/>
                          <a:cs typeface="+mn-cs"/>
                        </a:rPr>
                        <a:t>    color: red;</a:t>
                      </a:r>
                    </a:p>
                    <a:p>
                      <a:pPr rtl="0"/>
                      <a:r>
                        <a:rPr lang="en-US" sz="1600" kern="1200" dirty="0">
                          <a:solidFill>
                            <a:schemeClr val="tx1"/>
                          </a:solidFill>
                          <a:latin typeface="+mn-lt"/>
                          <a:ea typeface="+mn-ea"/>
                          <a:cs typeface="+mn-cs"/>
                        </a:rPr>
                        <a:t>}</a:t>
                      </a:r>
                    </a:p>
                    <a:p>
                      <a:r>
                        <a:rPr lang="en-US" sz="1600" dirty="0"/>
                        <a:t>✔ Styles the first letter of paragraph.</a:t>
                      </a:r>
                    </a:p>
                    <a:p>
                      <a:r>
                        <a:rPr lang="en-US" sz="1600" dirty="0"/>
                        <a:t>Other Examples:</a:t>
                      </a:r>
                    </a:p>
                    <a:p>
                      <a:r>
                        <a:rPr lang="en-US" sz="1600" kern="1200" dirty="0">
                          <a:solidFill>
                            <a:schemeClr val="tx1"/>
                          </a:solidFill>
                          <a:latin typeface="+mn-lt"/>
                          <a:ea typeface="+mn-ea"/>
                          <a:cs typeface="+mn-cs"/>
                        </a:rPr>
                        <a:t>::before</a:t>
                      </a:r>
                      <a:endParaRPr lang="en-US" sz="1600" dirty="0"/>
                    </a:p>
                    <a:p>
                      <a:r>
                        <a:rPr lang="en-US" sz="1600" kern="1200" dirty="0">
                          <a:solidFill>
                            <a:schemeClr val="tx1"/>
                          </a:solidFill>
                          <a:latin typeface="+mn-lt"/>
                          <a:ea typeface="+mn-ea"/>
                          <a:cs typeface="+mn-cs"/>
                        </a:rPr>
                        <a:t>::after</a:t>
                      </a:r>
                      <a:endParaRPr lang="en-US" sz="1600" dirty="0"/>
                    </a:p>
                    <a:p>
                      <a:r>
                        <a:rPr lang="en-US" sz="1600" kern="1200" dirty="0">
                          <a:solidFill>
                            <a:schemeClr val="tx1"/>
                          </a:solidFill>
                          <a:latin typeface="+mn-lt"/>
                          <a:ea typeface="+mn-ea"/>
                          <a:cs typeface="+mn-cs"/>
                        </a:rPr>
                        <a:t>::first-line</a:t>
                      </a:r>
                      <a:endParaRPr lang="en-US" sz="1600" dirty="0"/>
                    </a:p>
                    <a:p>
                      <a:endParaRPr lang="en-US" sz="1600" b="0" dirty="0">
                        <a:solidFill>
                          <a:srgbClr val="202C8F"/>
                        </a:solidFill>
                      </a:endParaRPr>
                    </a:p>
                  </a:txBody>
                  <a:tcPr/>
                </a:tc>
                <a:tc>
                  <a:txBody>
                    <a:bodyPr/>
                    <a:lstStyle/>
                    <a:p>
                      <a:r>
                        <a:rPr lang="en-US" sz="1600" b="1" dirty="0"/>
                        <a:t>7. CSS Selector Specificity (Priority)</a:t>
                      </a:r>
                    </a:p>
                    <a:p>
                      <a:r>
                        <a:rPr lang="en-US" sz="1600" dirty="0"/>
                        <a:t>Specificity determines which selector has higher priority.</a:t>
                      </a:r>
                    </a:p>
                    <a:p>
                      <a:r>
                        <a:rPr lang="en-US" sz="1600" b="1" dirty="0"/>
                        <a:t>Priority Order (High → Low):</a:t>
                      </a:r>
                    </a:p>
                    <a:p>
                      <a:r>
                        <a:rPr lang="en-US" sz="1600" dirty="0"/>
                        <a:t>Inline CSS</a:t>
                      </a:r>
                    </a:p>
                    <a:p>
                      <a:r>
                        <a:rPr lang="en-US" sz="1600" dirty="0"/>
                        <a:t>ID Selector</a:t>
                      </a:r>
                    </a:p>
                    <a:p>
                      <a:r>
                        <a:rPr lang="en-US" sz="1600" dirty="0"/>
                        <a:t>Class Selector</a:t>
                      </a:r>
                    </a:p>
                    <a:p>
                      <a:r>
                        <a:rPr lang="en-US" sz="1600" dirty="0"/>
                        <a:t>Element Selector</a:t>
                      </a:r>
                    </a:p>
                    <a:p>
                      <a:r>
                        <a:rPr lang="en-US" sz="1600" dirty="0"/>
                        <a:t>Universal Selector</a:t>
                      </a:r>
                    </a:p>
                    <a:p>
                      <a:r>
                        <a:rPr lang="en-US" sz="1600" b="1" dirty="0"/>
                        <a:t>Example:</a:t>
                      </a:r>
                    </a:p>
                    <a:p>
                      <a:pPr rtl="0"/>
                      <a:r>
                        <a:rPr lang="en-US" sz="1600" kern="1200" dirty="0">
                          <a:solidFill>
                            <a:schemeClr val="tx1"/>
                          </a:solidFill>
                          <a:latin typeface="+mn-lt"/>
                          <a:ea typeface="+mn-ea"/>
                          <a:cs typeface="+mn-cs"/>
                        </a:rPr>
                        <a:t>#id { color: red; }</a:t>
                      </a:r>
                    </a:p>
                    <a:p>
                      <a:pPr rtl="0"/>
                      <a:r>
                        <a:rPr lang="en-US" sz="1600" kern="1200" dirty="0">
                          <a:solidFill>
                            <a:schemeClr val="tx1"/>
                          </a:solidFill>
                          <a:latin typeface="+mn-lt"/>
                          <a:ea typeface="+mn-ea"/>
                          <a:cs typeface="+mn-cs"/>
                        </a:rPr>
                        <a:t>.class { color: blue; }</a:t>
                      </a:r>
                    </a:p>
                    <a:p>
                      <a:pPr rtl="0"/>
                      <a:r>
                        <a:rPr lang="en-US" sz="1600" kern="1200" dirty="0">
                          <a:solidFill>
                            <a:schemeClr val="tx1"/>
                          </a:solidFill>
                          <a:latin typeface="+mn-lt"/>
                          <a:ea typeface="+mn-ea"/>
                          <a:cs typeface="+mn-cs"/>
                        </a:rPr>
                        <a:t>p { color: green; }</a:t>
                      </a:r>
                    </a:p>
                    <a:p>
                      <a:r>
                        <a:rPr lang="en-US" sz="1600" dirty="0"/>
                        <a:t>✔ ID selector has highest priority.</a:t>
                      </a:r>
                    </a:p>
                    <a:p>
                      <a:endParaRPr lang="en-US" sz="1600" b="0" dirty="0">
                        <a:solidFill>
                          <a:srgbClr val="202C8F"/>
                        </a:solidFill>
                      </a:endParaRPr>
                    </a:p>
                  </a:txBody>
                  <a:tcPr/>
                </a:tc>
                <a:extLst>
                  <a:ext uri="{0D108BD9-81ED-4DB2-BD59-A6C34878D82A}">
                    <a16:rowId xmlns:a16="http://schemas.microsoft.com/office/drawing/2014/main" val="3905221257"/>
                  </a:ext>
                </a:extLst>
              </a:tr>
            </a:tbl>
          </a:graphicData>
        </a:graphic>
      </p:graphicFrame>
    </p:spTree>
    <p:extLst>
      <p:ext uri="{BB962C8B-B14F-4D97-AF65-F5344CB8AC3E}">
        <p14:creationId xmlns:p14="http://schemas.microsoft.com/office/powerpoint/2010/main" val="3084006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441D3-A3F9-BEFC-1F11-64C5D6F9AE0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03D4B82-CBD2-9DD1-7CFA-2D7D1C791295}"/>
              </a:ext>
            </a:extLst>
          </p:cNvPr>
          <p:cNvSpPr>
            <a:spLocks noGrp="1"/>
          </p:cNvSpPr>
          <p:nvPr>
            <p:ph sz="quarter" idx="4"/>
          </p:nvPr>
        </p:nvSpPr>
        <p:spPr>
          <a:xfrm>
            <a:off x="365607" y="254772"/>
            <a:ext cx="10854081" cy="5954004"/>
          </a:xfrm>
        </p:spPr>
        <p:txBody>
          <a:bodyPr>
            <a:normAutofit/>
          </a:bodyPr>
          <a:lstStyle/>
          <a:p>
            <a:pPr algn="ctr"/>
            <a:r>
              <a:rPr lang="en-US" sz="2400" b="1" dirty="0"/>
              <a:t>8. Advantages of CSS Selectors</a:t>
            </a:r>
          </a:p>
          <a:p>
            <a:pPr marL="285750" indent="-285750">
              <a:buFont typeface="Arial" panose="020B0604020202020204" pitchFamily="34" charset="0"/>
              <a:buChar char="•"/>
            </a:pPr>
            <a:r>
              <a:rPr lang="en-US" dirty="0"/>
              <a:t>Easy to target specific elements</a:t>
            </a:r>
          </a:p>
          <a:p>
            <a:pPr marL="285750" indent="-285750">
              <a:buFont typeface="Arial" panose="020B0604020202020204" pitchFamily="34" charset="0"/>
              <a:buChar char="•"/>
            </a:pPr>
            <a:r>
              <a:rPr lang="en-US" dirty="0"/>
              <a:t>Improves code reusability</a:t>
            </a:r>
          </a:p>
          <a:p>
            <a:pPr marL="285750" indent="-285750">
              <a:buFont typeface="Arial" panose="020B0604020202020204" pitchFamily="34" charset="0"/>
              <a:buChar char="•"/>
            </a:pPr>
            <a:r>
              <a:rPr lang="en-US" dirty="0"/>
              <a:t>Reduces repetition</a:t>
            </a:r>
          </a:p>
          <a:p>
            <a:pPr marL="285750" indent="-285750">
              <a:buFont typeface="Arial" panose="020B0604020202020204" pitchFamily="34" charset="0"/>
              <a:buChar char="•"/>
            </a:pPr>
            <a:r>
              <a:rPr lang="en-US" dirty="0"/>
              <a:t>Makes styling efficient</a:t>
            </a:r>
          </a:p>
          <a:p>
            <a:pPr marL="285750" indent="-285750">
              <a:buFont typeface="Arial" panose="020B0604020202020204" pitchFamily="34" charset="0"/>
              <a:buChar char="•"/>
            </a:pPr>
            <a:r>
              <a:rPr lang="en-US" dirty="0"/>
              <a:t>Helps in maintaining large websites</a:t>
            </a:r>
          </a:p>
          <a:p>
            <a:endParaRPr lang="en-US" dirty="0"/>
          </a:p>
        </p:txBody>
      </p:sp>
    </p:spTree>
    <p:extLst>
      <p:ext uri="{BB962C8B-B14F-4D97-AF65-F5344CB8AC3E}">
        <p14:creationId xmlns:p14="http://schemas.microsoft.com/office/powerpoint/2010/main" val="1953788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9501-3EB7-D5EA-0302-18197C6DA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30D05-3002-B441-A5FC-6AAC35D4DABF}"/>
              </a:ext>
            </a:extLst>
          </p:cNvPr>
          <p:cNvSpPr>
            <a:spLocks noGrp="1"/>
          </p:cNvSpPr>
          <p:nvPr>
            <p:ph type="title"/>
          </p:nvPr>
        </p:nvSpPr>
        <p:spPr>
          <a:xfrm>
            <a:off x="4364809" y="1057274"/>
            <a:ext cx="7043617" cy="2520217"/>
          </a:xfrm>
        </p:spPr>
        <p:txBody>
          <a:bodyPr/>
          <a:lstStyle/>
          <a:p>
            <a:r>
              <a:rPr lang="en-US" dirty="0"/>
              <a:t>CSS Flexbox</a:t>
            </a:r>
          </a:p>
        </p:txBody>
      </p:sp>
      <p:sp>
        <p:nvSpPr>
          <p:cNvPr id="3" name="Slide Number Placeholder 2">
            <a:extLst>
              <a:ext uri="{FF2B5EF4-FFF2-40B4-BE49-F238E27FC236}">
                <a16:creationId xmlns:a16="http://schemas.microsoft.com/office/drawing/2014/main" id="{45D38C84-E6A1-7139-8775-A7436B401981}"/>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43</a:t>
            </a:fld>
            <a:endParaRPr lang="en-US" dirty="0"/>
          </a:p>
        </p:txBody>
      </p:sp>
    </p:spTree>
    <p:extLst>
      <p:ext uri="{BB962C8B-B14F-4D97-AF65-F5344CB8AC3E}">
        <p14:creationId xmlns:p14="http://schemas.microsoft.com/office/powerpoint/2010/main" val="2655461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17136-E1F9-B39D-889A-12ACF1CC29D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8BE8C1B-B290-E2DC-2DB7-FBB32E2FBCB9}"/>
              </a:ext>
            </a:extLst>
          </p:cNvPr>
          <p:cNvSpPr>
            <a:spLocks noGrp="1"/>
          </p:cNvSpPr>
          <p:nvPr>
            <p:ph sz="quarter" idx="4"/>
          </p:nvPr>
        </p:nvSpPr>
        <p:spPr>
          <a:xfrm>
            <a:off x="365607" y="254772"/>
            <a:ext cx="11677041" cy="5954004"/>
          </a:xfrm>
        </p:spPr>
        <p:txBody>
          <a:bodyPr>
            <a:normAutofit/>
          </a:bodyPr>
          <a:lstStyle/>
          <a:p>
            <a:pPr algn="just" fontAlgn="base"/>
            <a:r>
              <a:rPr lang="en-US" dirty="0"/>
              <a:t>The Flexible Box Layout module introduces a one-dimensional layout system that handles space distribution and item alignment effectively. It works seamlessly for horizontal (row) or vertical (column) arrangements, making it a go-to solution for responsive designs.</a:t>
            </a:r>
          </a:p>
          <a:p>
            <a:pPr marL="285750" indent="-285750" algn="just" fontAlgn="base">
              <a:buFont typeface="Arial" panose="020B0604020202020204" pitchFamily="34" charset="0"/>
              <a:buChar char="•"/>
            </a:pPr>
            <a:r>
              <a:rPr lang="en-US" dirty="0"/>
              <a:t>Flexbox eliminates the need for floats or complex positioning, enabling responsive and dynamic layouts.</a:t>
            </a:r>
          </a:p>
          <a:p>
            <a:pPr marL="285750" indent="-285750" algn="just" fontAlgn="base">
              <a:buFont typeface="Arial" panose="020B0604020202020204" pitchFamily="34" charset="0"/>
              <a:buChar char="•"/>
            </a:pPr>
            <a:r>
              <a:rPr lang="en-US" dirty="0"/>
              <a:t>It aligns items efficiently, distributing space within a container, even when their sizes are dynamic or unknown.</a:t>
            </a:r>
          </a:p>
          <a:p>
            <a:pPr marL="285750" indent="-285750" algn="just" fontAlgn="base">
              <a:buFont typeface="Arial" panose="020B0604020202020204" pitchFamily="34" charset="0"/>
              <a:buChar char="•"/>
            </a:pPr>
            <a:r>
              <a:rPr lang="en-US" dirty="0"/>
              <a:t>Flexbox is supported in all modern browsers, making it a reliable choice for creating flexible designs.</a:t>
            </a:r>
          </a:p>
          <a:p>
            <a:pPr algn="just"/>
            <a:endParaRPr lang="en-US" dirty="0"/>
          </a:p>
        </p:txBody>
      </p:sp>
      <p:graphicFrame>
        <p:nvGraphicFramePr>
          <p:cNvPr id="2" name="Table 1">
            <a:extLst>
              <a:ext uri="{FF2B5EF4-FFF2-40B4-BE49-F238E27FC236}">
                <a16:creationId xmlns:a16="http://schemas.microsoft.com/office/drawing/2014/main" id="{9D5A7D93-BBE8-D571-23E6-D9A155756E71}"/>
              </a:ext>
            </a:extLst>
          </p:cNvPr>
          <p:cNvGraphicFramePr>
            <a:graphicFrameLocks noGrp="1"/>
          </p:cNvGraphicFramePr>
          <p:nvPr>
            <p:extLst>
              <p:ext uri="{D42A27DB-BD31-4B8C-83A1-F6EECF244321}">
                <p14:modId xmlns:p14="http://schemas.microsoft.com/office/powerpoint/2010/main" val="2529893617"/>
              </p:ext>
            </p:extLst>
          </p:nvPr>
        </p:nvGraphicFramePr>
        <p:xfrm>
          <a:off x="365607" y="2630762"/>
          <a:ext cx="8128000" cy="371856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944054571"/>
                    </a:ext>
                  </a:extLst>
                </a:gridCol>
                <a:gridCol w="4064000">
                  <a:extLst>
                    <a:ext uri="{9D8B030D-6E8A-4147-A177-3AD203B41FA5}">
                      <a16:colId xmlns:a16="http://schemas.microsoft.com/office/drawing/2014/main" val="1616142634"/>
                    </a:ext>
                  </a:extLst>
                </a:gridCol>
              </a:tblGrid>
              <a:tr h="370840">
                <a:tc>
                  <a:txBody>
                    <a:bodyPr/>
                    <a:lstStyle/>
                    <a:p>
                      <a:r>
                        <a:rPr lang="en-US" sz="1400" b="0" dirty="0">
                          <a:solidFill>
                            <a:srgbClr val="202C8F"/>
                          </a:solidFill>
                        </a:rPr>
                        <a:t>&lt;html&gt;</a:t>
                      </a:r>
                    </a:p>
                    <a:p>
                      <a:r>
                        <a:rPr lang="en-US" sz="1400" b="0" dirty="0">
                          <a:solidFill>
                            <a:srgbClr val="202C8F"/>
                          </a:solidFill>
                        </a:rPr>
                        <a:t>&lt;head&gt;</a:t>
                      </a:r>
                    </a:p>
                    <a:p>
                      <a:r>
                        <a:rPr lang="en-US" sz="1400" b="0" dirty="0">
                          <a:solidFill>
                            <a:srgbClr val="202C8F"/>
                          </a:solidFill>
                        </a:rPr>
                        <a:t>    &lt;style&gt;</a:t>
                      </a:r>
                    </a:p>
                    <a:p>
                      <a:r>
                        <a:rPr lang="en-US" sz="1400" b="0" dirty="0">
                          <a:solidFill>
                            <a:srgbClr val="202C8F"/>
                          </a:solidFill>
                        </a:rPr>
                        <a:t>        .flex-container {</a:t>
                      </a:r>
                    </a:p>
                    <a:p>
                      <a:r>
                        <a:rPr lang="en-US" sz="1400" b="0" dirty="0">
                          <a:solidFill>
                            <a:srgbClr val="202C8F"/>
                          </a:solidFill>
                        </a:rPr>
                        <a:t>            display: flex;</a:t>
                      </a:r>
                    </a:p>
                    <a:p>
                      <a:r>
                        <a:rPr lang="en-US" sz="1400" b="0" dirty="0">
                          <a:solidFill>
                            <a:srgbClr val="202C8F"/>
                          </a:solidFill>
                        </a:rPr>
                        <a:t>            background-color: #f2f2f2;</a:t>
                      </a:r>
                    </a:p>
                    <a:p>
                      <a:r>
                        <a:rPr lang="en-US" sz="1400" b="0" dirty="0">
                          <a:solidFill>
                            <a:srgbClr val="202C8F"/>
                          </a:solidFill>
                        </a:rPr>
                        <a:t>            padding: 10px;</a:t>
                      </a:r>
                    </a:p>
                    <a:p>
                      <a:r>
                        <a:rPr lang="en-US" sz="1400" b="0" dirty="0">
                          <a:solidFill>
                            <a:srgbClr val="202C8F"/>
                          </a:solidFill>
                        </a:rPr>
                        <a:t>        }</a:t>
                      </a:r>
                    </a:p>
                    <a:p>
                      <a:r>
                        <a:rPr lang="en-US" sz="1400" b="0" dirty="0">
                          <a:solidFill>
                            <a:srgbClr val="202C8F"/>
                          </a:solidFill>
                        </a:rPr>
                        <a:t>        .flex-item {</a:t>
                      </a:r>
                    </a:p>
                    <a:p>
                      <a:r>
                        <a:rPr lang="en-US" sz="1400" b="0" dirty="0">
                          <a:solidFill>
                            <a:srgbClr val="202C8F"/>
                          </a:solidFill>
                        </a:rPr>
                        <a:t>            background-color: #4CAF50;</a:t>
                      </a:r>
                    </a:p>
                    <a:p>
                      <a:r>
                        <a:rPr lang="en-US" sz="1400" b="0" dirty="0">
                          <a:solidFill>
                            <a:srgbClr val="202C8F"/>
                          </a:solidFill>
                        </a:rPr>
                        <a:t>            color: white;</a:t>
                      </a:r>
                    </a:p>
                    <a:p>
                      <a:r>
                        <a:rPr lang="en-US" sz="1400" b="0" dirty="0">
                          <a:solidFill>
                            <a:srgbClr val="202C8F"/>
                          </a:solidFill>
                        </a:rPr>
                        <a:t>            margin: 5px;</a:t>
                      </a:r>
                    </a:p>
                    <a:p>
                      <a:r>
                        <a:rPr lang="en-US" sz="1400" b="0" dirty="0">
                          <a:solidFill>
                            <a:srgbClr val="202C8F"/>
                          </a:solidFill>
                        </a:rPr>
                        <a:t>            padding: 20px;</a:t>
                      </a:r>
                    </a:p>
                    <a:p>
                      <a:r>
                        <a:rPr lang="en-US" sz="1400" b="0" dirty="0">
                          <a:solidFill>
                            <a:srgbClr val="202C8F"/>
                          </a:solidFill>
                        </a:rPr>
                        <a:t>            text-align: center;</a:t>
                      </a:r>
                    </a:p>
                    <a:p>
                      <a:r>
                        <a:rPr lang="en-US" sz="1400" b="0" dirty="0">
                          <a:solidFill>
                            <a:srgbClr val="202C8F"/>
                          </a:solidFill>
                        </a:rPr>
                        <a:t>            flex: 1;</a:t>
                      </a:r>
                    </a:p>
                    <a:p>
                      <a:r>
                        <a:rPr lang="en-US" sz="1400" b="0" dirty="0">
                          <a:solidFill>
                            <a:srgbClr val="202C8F"/>
                          </a:solidFill>
                        </a:rPr>
                        <a:t>        }</a:t>
                      </a:r>
                    </a:p>
                    <a:p>
                      <a:r>
                        <a:rPr lang="en-US" sz="1400" b="0" dirty="0">
                          <a:solidFill>
                            <a:srgbClr val="202C8F"/>
                          </a:solidFill>
                        </a:rPr>
                        <a:t>&lt;/style&gt;</a:t>
                      </a:r>
                    </a:p>
                  </a:txBody>
                  <a:tcPr/>
                </a:tc>
                <a:tc>
                  <a:txBody>
                    <a:bodyPr/>
                    <a:lstStyle/>
                    <a:p>
                      <a:r>
                        <a:rPr lang="en-US" sz="1400" b="0" dirty="0">
                          <a:solidFill>
                            <a:srgbClr val="202C8F"/>
                          </a:solidFill>
                        </a:rPr>
                        <a:t> </a:t>
                      </a:r>
                    </a:p>
                    <a:p>
                      <a:r>
                        <a:rPr lang="en-US" sz="1400" b="0" dirty="0">
                          <a:solidFill>
                            <a:srgbClr val="202C8F"/>
                          </a:solidFill>
                        </a:rPr>
                        <a:t>&lt;/head&gt;</a:t>
                      </a:r>
                    </a:p>
                    <a:p>
                      <a:r>
                        <a:rPr lang="en-US" sz="1400" b="0" dirty="0">
                          <a:solidFill>
                            <a:srgbClr val="202C8F"/>
                          </a:solidFill>
                        </a:rPr>
                        <a:t>&lt;body&gt;</a:t>
                      </a:r>
                    </a:p>
                    <a:p>
                      <a:r>
                        <a:rPr lang="en-US" sz="1400" b="0" dirty="0">
                          <a:solidFill>
                            <a:srgbClr val="202C8F"/>
                          </a:solidFill>
                        </a:rPr>
                        <a:t>    &lt;div class="flex-container"&gt;</a:t>
                      </a:r>
                    </a:p>
                    <a:p>
                      <a:r>
                        <a:rPr lang="en-US" sz="1400" b="0" dirty="0">
                          <a:solidFill>
                            <a:srgbClr val="202C8F"/>
                          </a:solidFill>
                        </a:rPr>
                        <a:t>        &lt;div class="flex-item"&gt;Item 1&lt;/div&gt;</a:t>
                      </a:r>
                    </a:p>
                    <a:p>
                      <a:r>
                        <a:rPr lang="en-US" sz="1400" b="0" dirty="0">
                          <a:solidFill>
                            <a:srgbClr val="202C8F"/>
                          </a:solidFill>
                        </a:rPr>
                        <a:t>        &lt;div class="flex-item"&gt;Item 2&lt;/div&gt;</a:t>
                      </a:r>
                    </a:p>
                    <a:p>
                      <a:r>
                        <a:rPr lang="en-US" sz="1400" b="0" dirty="0">
                          <a:solidFill>
                            <a:srgbClr val="202C8F"/>
                          </a:solidFill>
                        </a:rPr>
                        <a:t>        &lt;div class="flex-item"&gt;Item 3&lt;/div&gt;</a:t>
                      </a:r>
                    </a:p>
                    <a:p>
                      <a:r>
                        <a:rPr lang="en-US" sz="1400" b="0" dirty="0">
                          <a:solidFill>
                            <a:srgbClr val="202C8F"/>
                          </a:solidFill>
                        </a:rPr>
                        <a:t>    &lt;/div&gt;</a:t>
                      </a:r>
                    </a:p>
                    <a:p>
                      <a:r>
                        <a:rPr lang="en-US" sz="1400" b="0" dirty="0">
                          <a:solidFill>
                            <a:srgbClr val="202C8F"/>
                          </a:solidFill>
                        </a:rPr>
                        <a:t>&lt;/body&gt;</a:t>
                      </a:r>
                    </a:p>
                    <a:p>
                      <a:r>
                        <a:rPr lang="en-US" sz="1400" b="0" dirty="0">
                          <a:solidFill>
                            <a:srgbClr val="202C8F"/>
                          </a:solidFill>
                        </a:rPr>
                        <a:t>&lt;/html&gt;</a:t>
                      </a:r>
                    </a:p>
                  </a:txBody>
                  <a:tcPr/>
                </a:tc>
                <a:extLst>
                  <a:ext uri="{0D108BD9-81ED-4DB2-BD59-A6C34878D82A}">
                    <a16:rowId xmlns:a16="http://schemas.microsoft.com/office/drawing/2014/main" val="1889633715"/>
                  </a:ext>
                </a:extLst>
              </a:tr>
            </a:tbl>
          </a:graphicData>
        </a:graphic>
      </p:graphicFrame>
    </p:spTree>
    <p:extLst>
      <p:ext uri="{BB962C8B-B14F-4D97-AF65-F5344CB8AC3E}">
        <p14:creationId xmlns:p14="http://schemas.microsoft.com/office/powerpoint/2010/main" val="158753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43512-7738-7BAB-22A0-B6FEEEEF893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6E8D1CA-DEDC-868C-3147-DC016C174A4B}"/>
              </a:ext>
            </a:extLst>
          </p:cNvPr>
          <p:cNvSpPr>
            <a:spLocks noGrp="1"/>
          </p:cNvSpPr>
          <p:nvPr>
            <p:ph sz="quarter" idx="4"/>
          </p:nvPr>
        </p:nvSpPr>
        <p:spPr>
          <a:xfrm>
            <a:off x="365607" y="254772"/>
            <a:ext cx="10854081" cy="5954004"/>
          </a:xfrm>
        </p:spPr>
        <p:txBody>
          <a:bodyPr>
            <a:normAutofit/>
          </a:bodyPr>
          <a:lstStyle/>
          <a:p>
            <a:pPr fontAlgn="base"/>
            <a:r>
              <a:rPr lang="en-US" dirty="0"/>
              <a:t>The .flex-container class applies display: flex;, designating the div as a flex container.</a:t>
            </a:r>
          </a:p>
          <a:p>
            <a:pPr fontAlgn="base"/>
            <a:r>
              <a:rPr lang="en-US" dirty="0"/>
              <a:t>Each .flex-item is styled to have equal width within the container, with margins and padding for spacing.</a:t>
            </a:r>
          </a:p>
          <a:p>
            <a:pPr algn="ctr" fontAlgn="base"/>
            <a:r>
              <a:rPr lang="en-US" sz="2400" b="1" dirty="0"/>
              <a:t>Before the Flexbox Model</a:t>
            </a:r>
          </a:p>
          <a:p>
            <a:pPr marL="285750" indent="-285750" fontAlgn="base">
              <a:buFont typeface="Arial" panose="020B0604020202020204" pitchFamily="34" charset="0"/>
              <a:buChar char="•"/>
            </a:pPr>
            <a:r>
              <a:rPr lang="en-US" b="1" dirty="0"/>
              <a:t>Block: </a:t>
            </a:r>
            <a:r>
              <a:rPr lang="en-US" dirty="0"/>
              <a:t>Sections in web pages</a:t>
            </a:r>
          </a:p>
          <a:p>
            <a:pPr marL="285750" indent="-285750" fontAlgn="base">
              <a:buFont typeface="Arial" panose="020B0604020202020204" pitchFamily="34" charset="0"/>
              <a:buChar char="•"/>
            </a:pPr>
            <a:r>
              <a:rPr lang="en-US" b="1" dirty="0"/>
              <a:t>Inline:</a:t>
            </a:r>
            <a:r>
              <a:rPr lang="en-US" dirty="0"/>
              <a:t> Text</a:t>
            </a:r>
          </a:p>
          <a:p>
            <a:pPr marL="285750" indent="-285750" fontAlgn="base">
              <a:buFont typeface="Arial" panose="020B0604020202020204" pitchFamily="34" charset="0"/>
              <a:buChar char="•"/>
            </a:pPr>
            <a:r>
              <a:rPr lang="en-US" b="1" dirty="0"/>
              <a:t>Table:</a:t>
            </a:r>
            <a:r>
              <a:rPr lang="en-US" dirty="0"/>
              <a:t> Two-dimensional table data</a:t>
            </a:r>
          </a:p>
          <a:p>
            <a:pPr marL="285750" indent="-285750" fontAlgn="base">
              <a:buFont typeface="Arial" panose="020B0604020202020204" pitchFamily="34" charset="0"/>
              <a:buChar char="•"/>
            </a:pPr>
            <a:r>
              <a:rPr lang="en-US" b="1" dirty="0"/>
              <a:t>Positioned:</a:t>
            </a:r>
            <a:r>
              <a:rPr lang="en-US" dirty="0"/>
              <a:t> Explicit position of an element</a:t>
            </a:r>
          </a:p>
          <a:p>
            <a:pPr fontAlgn="base"/>
            <a:endParaRPr lang="en-US" dirty="0"/>
          </a:p>
          <a:p>
            <a:pPr algn="ctr" fontAlgn="base"/>
            <a:r>
              <a:rPr lang="en-US" sz="2400" b="1" dirty="0"/>
              <a:t>Flexbox Components</a:t>
            </a:r>
          </a:p>
          <a:p>
            <a:pPr fontAlgn="base"/>
            <a:r>
              <a:rPr lang="en-US" b="1" dirty="0"/>
              <a:t>Flex Container: </a:t>
            </a:r>
            <a:r>
              <a:rPr lang="en-US" dirty="0"/>
              <a:t>The parent div containing various divisions.</a:t>
            </a:r>
          </a:p>
          <a:p>
            <a:pPr fontAlgn="base"/>
            <a:r>
              <a:rPr lang="en-US" b="1" dirty="0"/>
              <a:t>Flex Items:</a:t>
            </a:r>
            <a:r>
              <a:rPr lang="en-US" dirty="0"/>
              <a:t> The items inside the container div.</a:t>
            </a:r>
          </a:p>
          <a:p>
            <a:br>
              <a:rPr lang="en-US" dirty="0"/>
            </a:br>
            <a:endParaRPr lang="en-US" dirty="0"/>
          </a:p>
          <a:p>
            <a:endParaRPr lang="en-US" dirty="0"/>
          </a:p>
        </p:txBody>
      </p:sp>
      <p:pic>
        <p:nvPicPr>
          <p:cNvPr id="2052" name="Picture 4" descr="newmg">
            <a:extLst>
              <a:ext uri="{FF2B5EF4-FFF2-40B4-BE49-F238E27FC236}">
                <a16:creationId xmlns:a16="http://schemas.microsoft.com/office/drawing/2014/main" id="{92D03B57-D8A7-5D56-47F2-A388D949D0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7963" y="4435221"/>
            <a:ext cx="6181725" cy="226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3250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BFD1B-BDDA-411E-9544-28EC9476A09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CE51A24-88E7-B0DE-04BB-F3E82CA2EC37}"/>
              </a:ext>
            </a:extLst>
          </p:cNvPr>
          <p:cNvSpPr>
            <a:spLocks noGrp="1"/>
          </p:cNvSpPr>
          <p:nvPr>
            <p:ph sz="quarter" idx="4"/>
          </p:nvPr>
        </p:nvSpPr>
        <p:spPr>
          <a:xfrm>
            <a:off x="365607" y="254772"/>
            <a:ext cx="10854081" cy="5954004"/>
          </a:xfrm>
        </p:spPr>
        <p:txBody>
          <a:bodyPr>
            <a:normAutofit/>
          </a:bodyPr>
          <a:lstStyle/>
          <a:p>
            <a:pPr algn="ctr" fontAlgn="base"/>
            <a:r>
              <a:rPr lang="en-US" sz="2400" b="1" dirty="0"/>
              <a:t>Flexbox Axes</a:t>
            </a:r>
          </a:p>
          <a:p>
            <a:pPr fontAlgn="base"/>
            <a:r>
              <a:rPr lang="en-US" dirty="0"/>
              <a:t>Flexbox operates on two axes:</a:t>
            </a:r>
          </a:p>
          <a:p>
            <a:pPr fontAlgn="base"/>
            <a:r>
              <a:rPr lang="en-US" b="1" dirty="0"/>
              <a:t>1. Main Axis:</a:t>
            </a:r>
          </a:p>
          <a:p>
            <a:pPr fontAlgn="base"/>
            <a:r>
              <a:rPr lang="en-US" b="1" dirty="0"/>
              <a:t>Main Start:</a:t>
            </a:r>
            <a:r>
              <a:rPr lang="en-US" dirty="0"/>
              <a:t> The start of the main axis.</a:t>
            </a:r>
          </a:p>
          <a:p>
            <a:pPr fontAlgn="base"/>
            <a:r>
              <a:rPr lang="en-US" b="1" dirty="0"/>
              <a:t>Main Size:</a:t>
            </a:r>
            <a:r>
              <a:rPr lang="en-US" dirty="0"/>
              <a:t> The length between Main Start and Main End.</a:t>
            </a:r>
          </a:p>
          <a:p>
            <a:pPr fontAlgn="base"/>
            <a:r>
              <a:rPr lang="en-US" b="1" dirty="0"/>
              <a:t>Main End:</a:t>
            </a:r>
            <a:r>
              <a:rPr lang="en-US" dirty="0"/>
              <a:t> The endpoint of the main axis.</a:t>
            </a:r>
          </a:p>
          <a:p>
            <a:pPr fontAlgn="base"/>
            <a:endParaRPr lang="en-US" dirty="0"/>
          </a:p>
          <a:p>
            <a:pPr fontAlgn="base"/>
            <a:r>
              <a:rPr lang="en-US" b="1" dirty="0"/>
              <a:t>2. Cross Axis:</a:t>
            </a:r>
          </a:p>
          <a:p>
            <a:pPr fontAlgn="base"/>
            <a:r>
              <a:rPr lang="en-US" dirty="0"/>
              <a:t>The cross axis will be perpendicular to the main axis.</a:t>
            </a:r>
          </a:p>
          <a:p>
            <a:pPr fontAlgn="base"/>
            <a:r>
              <a:rPr lang="en-US" b="1" dirty="0"/>
              <a:t>Cross Start:</a:t>
            </a:r>
            <a:r>
              <a:rPr lang="en-US" dirty="0"/>
              <a:t> The start of the cross axis.</a:t>
            </a:r>
          </a:p>
          <a:p>
            <a:pPr fontAlgn="base"/>
            <a:r>
              <a:rPr lang="en-US" b="1" dirty="0"/>
              <a:t>Cross Size:</a:t>
            </a:r>
            <a:r>
              <a:rPr lang="en-US" dirty="0"/>
              <a:t> The length between Cross Start and Cross End.</a:t>
            </a:r>
          </a:p>
          <a:p>
            <a:pPr fontAlgn="base"/>
            <a:r>
              <a:rPr lang="en-US" b="1" dirty="0"/>
              <a:t>Cross End:</a:t>
            </a:r>
            <a:r>
              <a:rPr lang="en-US" dirty="0"/>
              <a:t> The endpoint of the cross axis.</a:t>
            </a:r>
          </a:p>
          <a:p>
            <a:pPr fontAlgn="base"/>
            <a:endParaRPr lang="en-US" dirty="0"/>
          </a:p>
          <a:p>
            <a:endParaRPr lang="en-US" dirty="0"/>
          </a:p>
        </p:txBody>
      </p:sp>
      <p:pic>
        <p:nvPicPr>
          <p:cNvPr id="3076" name="Picture 4" descr="newmg">
            <a:extLst>
              <a:ext uri="{FF2B5EF4-FFF2-40B4-BE49-F238E27FC236}">
                <a16:creationId xmlns:a16="http://schemas.microsoft.com/office/drawing/2014/main" id="{B7DDDFB1-D739-9BE9-7F8B-365BBD7795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649224"/>
            <a:ext cx="5248275" cy="22955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newmg">
            <a:extLst>
              <a:ext uri="{FF2B5EF4-FFF2-40B4-BE49-F238E27FC236}">
                <a16:creationId xmlns:a16="http://schemas.microsoft.com/office/drawing/2014/main" id="{4F8640D9-5C0F-B551-51DD-1830BF9891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729037"/>
            <a:ext cx="589597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720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67F9A-F9C9-9B2A-CF5B-AAB81CE2F5B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88A8744-6DC6-732D-75E4-DB1E4ECB0D5C}"/>
              </a:ext>
            </a:extLst>
          </p:cNvPr>
          <p:cNvPicPr>
            <a:picLocks noChangeAspect="1"/>
          </p:cNvPicPr>
          <p:nvPr/>
        </p:nvPicPr>
        <p:blipFill>
          <a:blip r:embed="rId2"/>
          <a:stretch>
            <a:fillRect/>
          </a:stretch>
        </p:blipFill>
        <p:spPr>
          <a:xfrm>
            <a:off x="273990" y="801458"/>
            <a:ext cx="4928946" cy="4090581"/>
          </a:xfrm>
          <a:prstGeom prst="rect">
            <a:avLst/>
          </a:prstGeom>
        </p:spPr>
      </p:pic>
      <p:sp>
        <p:nvSpPr>
          <p:cNvPr id="10" name="TextBox 9">
            <a:extLst>
              <a:ext uri="{FF2B5EF4-FFF2-40B4-BE49-F238E27FC236}">
                <a16:creationId xmlns:a16="http://schemas.microsoft.com/office/drawing/2014/main" id="{DCBB2B7D-D55F-1CF9-1464-E7356C42AC29}"/>
              </a:ext>
            </a:extLst>
          </p:cNvPr>
          <p:cNvSpPr txBox="1"/>
          <p:nvPr/>
        </p:nvSpPr>
        <p:spPr>
          <a:xfrm>
            <a:off x="273990" y="246888"/>
            <a:ext cx="10726242" cy="369332"/>
          </a:xfrm>
          <a:prstGeom prst="rect">
            <a:avLst/>
          </a:prstGeom>
          <a:noFill/>
        </p:spPr>
        <p:txBody>
          <a:bodyPr wrap="square" rtlCol="0">
            <a:spAutoFit/>
          </a:bodyPr>
          <a:lstStyle/>
          <a:p>
            <a:r>
              <a:rPr lang="en-US" dirty="0">
                <a:solidFill>
                  <a:srgbClr val="202C8F"/>
                </a:solidFill>
              </a:rPr>
              <a:t>For Row:-                                                                                     For Column:-</a:t>
            </a:r>
          </a:p>
        </p:txBody>
      </p:sp>
      <p:pic>
        <p:nvPicPr>
          <p:cNvPr id="13" name="Picture 12">
            <a:extLst>
              <a:ext uri="{FF2B5EF4-FFF2-40B4-BE49-F238E27FC236}">
                <a16:creationId xmlns:a16="http://schemas.microsoft.com/office/drawing/2014/main" id="{63EBC6C9-4F6E-24B8-2D0E-4D48E757084A}"/>
              </a:ext>
            </a:extLst>
          </p:cNvPr>
          <p:cNvPicPr>
            <a:picLocks noChangeAspect="1"/>
          </p:cNvPicPr>
          <p:nvPr/>
        </p:nvPicPr>
        <p:blipFill>
          <a:blip r:embed="rId3"/>
          <a:stretch>
            <a:fillRect/>
          </a:stretch>
        </p:blipFill>
        <p:spPr>
          <a:xfrm>
            <a:off x="5637111" y="801458"/>
            <a:ext cx="6280899" cy="4785526"/>
          </a:xfrm>
          <a:prstGeom prst="rect">
            <a:avLst/>
          </a:prstGeom>
        </p:spPr>
      </p:pic>
    </p:spTree>
    <p:extLst>
      <p:ext uri="{BB962C8B-B14F-4D97-AF65-F5344CB8AC3E}">
        <p14:creationId xmlns:p14="http://schemas.microsoft.com/office/powerpoint/2010/main" val="35843232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2487C-EE26-DE21-720C-F6414B1EABE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87A2CFE-D4C9-4B9F-3FBF-DEBC89C47E7C}"/>
              </a:ext>
            </a:extLst>
          </p:cNvPr>
          <p:cNvSpPr>
            <a:spLocks noGrp="1"/>
          </p:cNvSpPr>
          <p:nvPr>
            <p:ph sz="quarter" idx="4"/>
          </p:nvPr>
        </p:nvSpPr>
        <p:spPr>
          <a:xfrm>
            <a:off x="365607" y="254772"/>
            <a:ext cx="10854081" cy="5954004"/>
          </a:xfrm>
        </p:spPr>
        <p:txBody>
          <a:bodyPr>
            <a:normAutofit/>
          </a:bodyPr>
          <a:lstStyle/>
          <a:p>
            <a:pPr algn="ctr" fontAlgn="base"/>
            <a:r>
              <a:rPr lang="en-US" sz="2400" b="1" dirty="0"/>
              <a:t>Flex Direction Properties</a:t>
            </a:r>
          </a:p>
          <a:p>
            <a:pPr marL="285750" indent="-285750" fontAlgn="base">
              <a:buFont typeface="Arial" panose="020B0604020202020204" pitchFamily="34" charset="0"/>
              <a:buChar char="•"/>
            </a:pPr>
            <a:r>
              <a:rPr lang="en-US" b="1" dirty="0"/>
              <a:t>Left to Right:</a:t>
            </a:r>
            <a:r>
              <a:rPr lang="en-US" dirty="0"/>
              <a:t> flex-direction: row;</a:t>
            </a:r>
          </a:p>
          <a:p>
            <a:pPr marL="285750" indent="-285750" fontAlgn="base">
              <a:buFont typeface="Arial" panose="020B0604020202020204" pitchFamily="34" charset="0"/>
              <a:buChar char="•"/>
            </a:pPr>
            <a:r>
              <a:rPr lang="en-US" b="1" dirty="0"/>
              <a:t>Right to Left:</a:t>
            </a:r>
            <a:r>
              <a:rPr lang="en-US" dirty="0"/>
              <a:t> flex-direction: row-reverse;</a:t>
            </a:r>
          </a:p>
          <a:p>
            <a:pPr marL="285750" indent="-285750" fontAlgn="base">
              <a:buFont typeface="Arial" panose="020B0604020202020204" pitchFamily="34" charset="0"/>
              <a:buChar char="•"/>
            </a:pPr>
            <a:r>
              <a:rPr lang="en-US" b="1" dirty="0"/>
              <a:t>Top to Bottom: </a:t>
            </a:r>
            <a:r>
              <a:rPr lang="en-US" dirty="0"/>
              <a:t>flex-direction: column;</a:t>
            </a:r>
          </a:p>
          <a:p>
            <a:pPr marL="285750" indent="-285750" fontAlgn="base">
              <a:buFont typeface="Arial" panose="020B0604020202020204" pitchFamily="34" charset="0"/>
              <a:buChar char="•"/>
            </a:pPr>
            <a:r>
              <a:rPr lang="en-US" b="1" dirty="0"/>
              <a:t>Bottom to Top:</a:t>
            </a:r>
            <a:r>
              <a:rPr lang="en-US" dirty="0"/>
              <a:t> flex-direction: column-reverse;</a:t>
            </a:r>
          </a:p>
          <a:p>
            <a:pPr fontAlgn="base"/>
            <a:endParaRPr lang="en-US" b="1" dirty="0"/>
          </a:p>
          <a:p>
            <a:pPr algn="ctr" fontAlgn="base"/>
            <a:r>
              <a:rPr lang="en-US" sz="2400" b="1" dirty="0"/>
              <a:t>Aligning and Justifying Content</a:t>
            </a:r>
          </a:p>
          <a:p>
            <a:pPr fontAlgn="base"/>
            <a:r>
              <a:rPr lang="en-US" dirty="0"/>
              <a:t>Flexbox provides several properties for aligning and justifying content within the container:</a:t>
            </a:r>
          </a:p>
          <a:p>
            <a:pPr marL="285750" indent="-285750" algn="just" fontAlgn="base">
              <a:buFont typeface="Arial" panose="020B0604020202020204" pitchFamily="34" charset="0"/>
              <a:buChar char="•"/>
            </a:pPr>
            <a:r>
              <a:rPr lang="en-US" b="1" dirty="0"/>
              <a:t>justify-content: </a:t>
            </a:r>
            <a:r>
              <a:rPr lang="en-US" dirty="0"/>
              <a:t>Aligns items along the main axis (e.g., flex-start, flex-end, center, space-between, space-around).</a:t>
            </a:r>
          </a:p>
          <a:p>
            <a:pPr marL="285750" indent="-285750" algn="just" fontAlgn="base">
              <a:buFont typeface="Arial" panose="020B0604020202020204" pitchFamily="34" charset="0"/>
              <a:buChar char="•"/>
            </a:pPr>
            <a:r>
              <a:rPr lang="en-US" b="1" dirty="0"/>
              <a:t>align-items:</a:t>
            </a:r>
            <a:r>
              <a:rPr lang="en-US" dirty="0"/>
              <a:t> Aligns items along the cross axis (e.g., stretch, center, flex-start, flex-end).</a:t>
            </a:r>
          </a:p>
          <a:p>
            <a:pPr marL="285750" indent="-285750" algn="just" fontAlgn="base">
              <a:buFont typeface="Arial" panose="020B0604020202020204" pitchFamily="34" charset="0"/>
              <a:buChar char="•"/>
            </a:pPr>
            <a:r>
              <a:rPr lang="en-US" b="1" dirty="0"/>
              <a:t>align-content:</a:t>
            </a:r>
            <a:r>
              <a:rPr lang="en-US" dirty="0"/>
              <a:t> Aligns rows within a flex container when there is extra space on the cross axis.</a:t>
            </a:r>
          </a:p>
          <a:p>
            <a:endParaRPr lang="en-US" dirty="0"/>
          </a:p>
        </p:txBody>
      </p:sp>
    </p:spTree>
    <p:extLst>
      <p:ext uri="{BB962C8B-B14F-4D97-AF65-F5344CB8AC3E}">
        <p14:creationId xmlns:p14="http://schemas.microsoft.com/office/powerpoint/2010/main" val="3850610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B3BA3-7316-451A-24AB-84D478C73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8ED29-19C4-092C-EF32-BD9651336B31}"/>
              </a:ext>
            </a:extLst>
          </p:cNvPr>
          <p:cNvSpPr>
            <a:spLocks noGrp="1"/>
          </p:cNvSpPr>
          <p:nvPr>
            <p:ph type="title"/>
          </p:nvPr>
        </p:nvSpPr>
        <p:spPr>
          <a:xfrm>
            <a:off x="4364809" y="1057274"/>
            <a:ext cx="7043617" cy="2520217"/>
          </a:xfrm>
        </p:spPr>
        <p:txBody>
          <a:bodyPr/>
          <a:lstStyle/>
          <a:p>
            <a:r>
              <a:rPr lang="en-US" dirty="0"/>
              <a:t>JavaScript: Data Types and Variables</a:t>
            </a:r>
          </a:p>
        </p:txBody>
      </p:sp>
      <p:sp>
        <p:nvSpPr>
          <p:cNvPr id="3" name="Slide Number Placeholder 2">
            <a:extLst>
              <a:ext uri="{FF2B5EF4-FFF2-40B4-BE49-F238E27FC236}">
                <a16:creationId xmlns:a16="http://schemas.microsoft.com/office/drawing/2014/main" id="{81367E8C-5416-6FE9-583D-DB97A977AEA0}"/>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49</a:t>
            </a:fld>
            <a:endParaRPr lang="en-US" dirty="0"/>
          </a:p>
        </p:txBody>
      </p:sp>
    </p:spTree>
    <p:extLst>
      <p:ext uri="{BB962C8B-B14F-4D97-AF65-F5344CB8AC3E}">
        <p14:creationId xmlns:p14="http://schemas.microsoft.com/office/powerpoint/2010/main" val="16193425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45399-DEFB-6DA2-A20B-0C985FCEA7E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C4083E7-1484-A074-19A6-1F7A35681395}"/>
              </a:ext>
            </a:extLst>
          </p:cNvPr>
          <p:cNvSpPr>
            <a:spLocks noGrp="1"/>
          </p:cNvSpPr>
          <p:nvPr>
            <p:ph sz="quarter" idx="4"/>
          </p:nvPr>
        </p:nvSpPr>
        <p:spPr>
          <a:xfrm>
            <a:off x="365607" y="254772"/>
            <a:ext cx="10854081" cy="5954004"/>
          </a:xfrm>
        </p:spPr>
        <p:txBody>
          <a:bodyPr>
            <a:normAutofit/>
          </a:bodyPr>
          <a:lstStyle/>
          <a:p>
            <a:pPr marL="285750" indent="-285750">
              <a:buFont typeface="Arial" panose="020B0604020202020204" pitchFamily="34" charset="0"/>
              <a:buChar char="•"/>
            </a:pPr>
            <a:r>
              <a:rPr lang="en-US" dirty="0"/>
              <a:t>JavaScript is a scripting language used to create dynamic and interactive web pages. In JavaScript, </a:t>
            </a:r>
            <a:r>
              <a:rPr lang="en-US" b="1" dirty="0"/>
              <a:t>variables</a:t>
            </a:r>
            <a:r>
              <a:rPr lang="en-US" dirty="0"/>
              <a:t> are used to store data values. These values can be numbers, text, true/false values, objects, arrays, etc.</a:t>
            </a:r>
          </a:p>
          <a:p>
            <a:pPr marL="285750" indent="-285750">
              <a:buFont typeface="Arial" panose="020B0604020202020204" pitchFamily="34" charset="0"/>
              <a:buChar char="•"/>
            </a:pPr>
            <a:r>
              <a:rPr lang="en-US" dirty="0"/>
              <a:t>JavaScript is a </a:t>
            </a:r>
            <a:r>
              <a:rPr lang="en-US" b="1" dirty="0"/>
              <a:t>dynamically typed language</a:t>
            </a:r>
            <a:r>
              <a:rPr lang="en-US" dirty="0"/>
              <a:t>, which means the data type of a variable is determined automatically at runtime. The programmer does not need to specify the type explicitly.</a:t>
            </a:r>
          </a:p>
        </p:txBody>
      </p:sp>
      <p:pic>
        <p:nvPicPr>
          <p:cNvPr id="3" name="Picture 2">
            <a:extLst>
              <a:ext uri="{FF2B5EF4-FFF2-40B4-BE49-F238E27FC236}">
                <a16:creationId xmlns:a16="http://schemas.microsoft.com/office/drawing/2014/main" id="{096E8303-F2E0-C6B6-67E4-18F53D336695}"/>
              </a:ext>
            </a:extLst>
          </p:cNvPr>
          <p:cNvPicPr>
            <a:picLocks noChangeAspect="1"/>
          </p:cNvPicPr>
          <p:nvPr/>
        </p:nvPicPr>
        <p:blipFill>
          <a:blip r:embed="rId2"/>
          <a:stretch>
            <a:fillRect/>
          </a:stretch>
        </p:blipFill>
        <p:spPr>
          <a:xfrm>
            <a:off x="1737360" y="1999488"/>
            <a:ext cx="7620000" cy="3810000"/>
          </a:xfrm>
          <a:prstGeom prst="rect">
            <a:avLst/>
          </a:prstGeom>
        </p:spPr>
      </p:pic>
    </p:spTree>
    <p:extLst>
      <p:ext uri="{BB962C8B-B14F-4D97-AF65-F5344CB8AC3E}">
        <p14:creationId xmlns:p14="http://schemas.microsoft.com/office/powerpoint/2010/main" val="19462975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6A75A-1BCB-D883-5BCA-1EBBB8517A2A}"/>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E6232B5-CE5D-679E-A630-705578EB59D5}"/>
              </a:ext>
            </a:extLst>
          </p:cNvPr>
          <p:cNvSpPr>
            <a:spLocks noGrp="1"/>
          </p:cNvSpPr>
          <p:nvPr>
            <p:ph sz="quarter" idx="4"/>
          </p:nvPr>
        </p:nvSpPr>
        <p:spPr>
          <a:xfrm>
            <a:off x="365607" y="254772"/>
            <a:ext cx="10854081" cy="5954004"/>
          </a:xfrm>
        </p:spPr>
        <p:txBody>
          <a:bodyPr>
            <a:normAutofit fontScale="92500" lnSpcReduction="20000"/>
          </a:bodyPr>
          <a:lstStyle/>
          <a:p>
            <a:pPr algn="ctr" fontAlgn="base"/>
            <a:r>
              <a:rPr lang="en-US" sz="2400" b="1" dirty="0"/>
              <a:t>Variables</a:t>
            </a:r>
          </a:p>
          <a:p>
            <a:r>
              <a:rPr lang="en-US" dirty="0"/>
              <a:t>A </a:t>
            </a:r>
            <a:r>
              <a:rPr lang="en-US" b="1" dirty="0"/>
              <a:t>variable</a:t>
            </a:r>
            <a:r>
              <a:rPr lang="en-US" dirty="0"/>
              <a:t> is a container that stores data which can be used and modified during program execution.</a:t>
            </a:r>
          </a:p>
          <a:p>
            <a:r>
              <a:rPr lang="en-US" b="1" dirty="0"/>
              <a:t>Syntax:</a:t>
            </a:r>
          </a:p>
          <a:p>
            <a:r>
              <a:rPr lang="en-US" dirty="0"/>
              <a:t>keyword </a:t>
            </a:r>
            <a:r>
              <a:rPr lang="en-US" dirty="0" err="1"/>
              <a:t>variableName</a:t>
            </a:r>
            <a:r>
              <a:rPr lang="en-US" dirty="0"/>
              <a:t> = value;</a:t>
            </a:r>
          </a:p>
          <a:p>
            <a:r>
              <a:rPr lang="en-US" dirty="0"/>
              <a:t>JavaScript provides three keywords to declare variables:</a:t>
            </a:r>
          </a:p>
          <a:p>
            <a:pPr marL="285750" indent="-285750">
              <a:buFont typeface="Arial" panose="020B0604020202020204" pitchFamily="34" charset="0"/>
              <a:buChar char="•"/>
            </a:pPr>
            <a:r>
              <a:rPr lang="en-US" dirty="0"/>
              <a:t>var</a:t>
            </a:r>
          </a:p>
          <a:p>
            <a:pPr marL="285750" indent="-285750">
              <a:buFont typeface="Arial" panose="020B0604020202020204" pitchFamily="34" charset="0"/>
              <a:buChar char="•"/>
            </a:pPr>
            <a:r>
              <a:rPr lang="en-US" dirty="0"/>
              <a:t>let</a:t>
            </a:r>
          </a:p>
          <a:p>
            <a:pPr marL="285750" indent="-285750">
              <a:buFont typeface="Arial" panose="020B0604020202020204" pitchFamily="34" charset="0"/>
              <a:buChar char="•"/>
            </a:pPr>
            <a:r>
              <a:rPr lang="en-US" dirty="0"/>
              <a:t>Const</a:t>
            </a:r>
          </a:p>
          <a:p>
            <a:endParaRPr lang="en-US" dirty="0"/>
          </a:p>
          <a:p>
            <a:r>
              <a:rPr lang="en-US" b="1" dirty="0"/>
              <a:t>2.1 var</a:t>
            </a:r>
          </a:p>
          <a:p>
            <a:r>
              <a:rPr lang="en-US" dirty="0"/>
              <a:t>Function scoped</a:t>
            </a:r>
          </a:p>
          <a:p>
            <a:r>
              <a:rPr lang="en-US" dirty="0"/>
              <a:t>Can be redeclared</a:t>
            </a:r>
          </a:p>
          <a:p>
            <a:r>
              <a:rPr lang="en-US" dirty="0"/>
              <a:t>Can be updated</a:t>
            </a:r>
          </a:p>
          <a:p>
            <a:r>
              <a:rPr lang="en-US" dirty="0"/>
              <a:t>Used in older versions of JavaScript</a:t>
            </a:r>
          </a:p>
          <a:p>
            <a:r>
              <a:rPr lang="en-US" b="1" dirty="0"/>
              <a:t>Example:</a:t>
            </a:r>
          </a:p>
          <a:p>
            <a:r>
              <a:rPr lang="en-US" dirty="0"/>
              <a:t>var name = "GTU";</a:t>
            </a:r>
          </a:p>
          <a:p>
            <a:r>
              <a:rPr lang="en-US" dirty="0"/>
              <a:t>var name = "University";   // Redeclaration allowed</a:t>
            </a:r>
          </a:p>
          <a:p>
            <a:endParaRPr lang="en-US" dirty="0"/>
          </a:p>
        </p:txBody>
      </p:sp>
    </p:spTree>
    <p:extLst>
      <p:ext uri="{BB962C8B-B14F-4D97-AF65-F5344CB8AC3E}">
        <p14:creationId xmlns:p14="http://schemas.microsoft.com/office/powerpoint/2010/main" val="428268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1479E-F409-3977-1841-C29489DE5E5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070498E-07A9-83AB-82CF-8EF6CB9B3B98}"/>
              </a:ext>
            </a:extLst>
          </p:cNvPr>
          <p:cNvSpPr>
            <a:spLocks noGrp="1"/>
          </p:cNvSpPr>
          <p:nvPr>
            <p:ph sz="quarter" idx="4"/>
          </p:nvPr>
        </p:nvSpPr>
        <p:spPr>
          <a:xfrm>
            <a:off x="365607" y="254772"/>
            <a:ext cx="10854081" cy="5954004"/>
          </a:xfrm>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pPr algn="ctr"/>
            <a:r>
              <a:rPr lang="en-US" sz="2400" b="1" dirty="0"/>
              <a:t>JavaScript Data Types</a:t>
            </a:r>
          </a:p>
          <a:p>
            <a:r>
              <a:rPr lang="en-US" dirty="0"/>
              <a:t>JavaScript data types are classified into:</a:t>
            </a:r>
          </a:p>
          <a:p>
            <a:pPr marL="285750" indent="-285750">
              <a:buFont typeface="Arial" panose="020B0604020202020204" pitchFamily="34" charset="0"/>
              <a:buChar char="•"/>
            </a:pPr>
            <a:r>
              <a:rPr lang="en-US" dirty="0"/>
              <a:t>Primitive Data Types</a:t>
            </a:r>
          </a:p>
          <a:p>
            <a:pPr marL="285750" indent="-285750">
              <a:buFont typeface="Arial" panose="020B0604020202020204" pitchFamily="34" charset="0"/>
              <a:buChar char="•"/>
            </a:pPr>
            <a:r>
              <a:rPr lang="en-US" dirty="0"/>
              <a:t>Non-Primitive (Reference) Data Types</a:t>
            </a:r>
          </a:p>
          <a:p>
            <a:endParaRPr lang="en-US" dirty="0"/>
          </a:p>
        </p:txBody>
      </p:sp>
      <p:graphicFrame>
        <p:nvGraphicFramePr>
          <p:cNvPr id="14" name="Table 13">
            <a:extLst>
              <a:ext uri="{FF2B5EF4-FFF2-40B4-BE49-F238E27FC236}">
                <a16:creationId xmlns:a16="http://schemas.microsoft.com/office/drawing/2014/main" id="{3D5F8BB4-98CA-A182-7DC1-C67F88E860DB}"/>
              </a:ext>
            </a:extLst>
          </p:cNvPr>
          <p:cNvGraphicFramePr>
            <a:graphicFrameLocks noGrp="1"/>
          </p:cNvGraphicFramePr>
          <p:nvPr>
            <p:extLst>
              <p:ext uri="{D42A27DB-BD31-4B8C-83A1-F6EECF244321}">
                <p14:modId xmlns:p14="http://schemas.microsoft.com/office/powerpoint/2010/main" val="3243533677"/>
              </p:ext>
            </p:extLst>
          </p:nvPr>
        </p:nvGraphicFramePr>
        <p:xfrm>
          <a:off x="440944" y="254772"/>
          <a:ext cx="11007344" cy="2286000"/>
        </p:xfrm>
        <a:graphic>
          <a:graphicData uri="http://schemas.openxmlformats.org/drawingml/2006/table">
            <a:tbl>
              <a:tblPr firstRow="1" bandRow="1">
                <a:tableStyleId>{3B4B98B0-60AC-42C2-AFA5-B58CD77FA1E5}</a:tableStyleId>
              </a:tblPr>
              <a:tblGrid>
                <a:gridCol w="5503672">
                  <a:extLst>
                    <a:ext uri="{9D8B030D-6E8A-4147-A177-3AD203B41FA5}">
                      <a16:colId xmlns:a16="http://schemas.microsoft.com/office/drawing/2014/main" val="172921849"/>
                    </a:ext>
                  </a:extLst>
                </a:gridCol>
                <a:gridCol w="5503672">
                  <a:extLst>
                    <a:ext uri="{9D8B030D-6E8A-4147-A177-3AD203B41FA5}">
                      <a16:colId xmlns:a16="http://schemas.microsoft.com/office/drawing/2014/main" val="4273563642"/>
                    </a:ext>
                  </a:extLst>
                </a:gridCol>
              </a:tblGrid>
              <a:tr h="370840">
                <a:tc>
                  <a:txBody>
                    <a:bodyPr/>
                    <a:lstStyle/>
                    <a:p>
                      <a:r>
                        <a:rPr lang="en-US" b="1" dirty="0">
                          <a:solidFill>
                            <a:srgbClr val="202C8F"/>
                          </a:solidFill>
                        </a:rPr>
                        <a:t>2.2 let</a:t>
                      </a:r>
                    </a:p>
                    <a:p>
                      <a:r>
                        <a:rPr lang="en-US" b="0" dirty="0">
                          <a:solidFill>
                            <a:srgbClr val="202C8F"/>
                          </a:solidFill>
                        </a:rPr>
                        <a:t>Block scoped</a:t>
                      </a:r>
                    </a:p>
                    <a:p>
                      <a:r>
                        <a:rPr lang="en-US" b="0" dirty="0">
                          <a:solidFill>
                            <a:srgbClr val="202C8F"/>
                          </a:solidFill>
                        </a:rPr>
                        <a:t>Cannot be redeclared in same scope</a:t>
                      </a:r>
                    </a:p>
                    <a:p>
                      <a:r>
                        <a:rPr lang="en-US" b="0" dirty="0">
                          <a:solidFill>
                            <a:srgbClr val="202C8F"/>
                          </a:solidFill>
                        </a:rPr>
                        <a:t>Can be updated</a:t>
                      </a:r>
                    </a:p>
                    <a:p>
                      <a:r>
                        <a:rPr lang="en-US" b="0" dirty="0">
                          <a:solidFill>
                            <a:srgbClr val="202C8F"/>
                          </a:solidFill>
                        </a:rPr>
                        <a:t>Introduced in ES6</a:t>
                      </a:r>
                    </a:p>
                    <a:p>
                      <a:r>
                        <a:rPr lang="en-US" b="0" dirty="0">
                          <a:solidFill>
                            <a:srgbClr val="202C8F"/>
                          </a:solidFill>
                        </a:rPr>
                        <a:t>Example:</a:t>
                      </a:r>
                    </a:p>
                    <a:p>
                      <a:r>
                        <a:rPr lang="en-US" b="0" dirty="0">
                          <a:solidFill>
                            <a:srgbClr val="202C8F"/>
                          </a:solidFill>
                        </a:rPr>
                        <a:t>let age = 20;</a:t>
                      </a:r>
                    </a:p>
                    <a:p>
                      <a:r>
                        <a:rPr lang="en-US" b="0" dirty="0">
                          <a:solidFill>
                            <a:srgbClr val="202C8F"/>
                          </a:solidFill>
                        </a:rPr>
                        <a:t>age = 21;   // Allowed</a:t>
                      </a:r>
                    </a:p>
                  </a:txBody>
                  <a:tcPr/>
                </a:tc>
                <a:tc>
                  <a:txBody>
                    <a:bodyPr/>
                    <a:lstStyle/>
                    <a:p>
                      <a:r>
                        <a:rPr lang="en-US" b="1" dirty="0">
                          <a:solidFill>
                            <a:srgbClr val="202C8F"/>
                          </a:solidFill>
                        </a:rPr>
                        <a:t>2.3 const</a:t>
                      </a:r>
                    </a:p>
                    <a:p>
                      <a:r>
                        <a:rPr lang="en-US" b="0" dirty="0">
                          <a:solidFill>
                            <a:srgbClr val="202C8F"/>
                          </a:solidFill>
                        </a:rPr>
                        <a:t>Block scoped</a:t>
                      </a:r>
                    </a:p>
                    <a:p>
                      <a:r>
                        <a:rPr lang="en-US" b="0" dirty="0">
                          <a:solidFill>
                            <a:srgbClr val="202C8F"/>
                          </a:solidFill>
                        </a:rPr>
                        <a:t>Cannot be redeclared</a:t>
                      </a:r>
                    </a:p>
                    <a:p>
                      <a:r>
                        <a:rPr lang="en-US" b="0" dirty="0">
                          <a:solidFill>
                            <a:srgbClr val="202C8F"/>
                          </a:solidFill>
                        </a:rPr>
                        <a:t>Cannot be updated</a:t>
                      </a:r>
                    </a:p>
                    <a:p>
                      <a:r>
                        <a:rPr lang="en-US" b="0" dirty="0">
                          <a:solidFill>
                            <a:srgbClr val="202C8F"/>
                          </a:solidFill>
                        </a:rPr>
                        <a:t>Used for constant values</a:t>
                      </a:r>
                    </a:p>
                    <a:p>
                      <a:r>
                        <a:rPr lang="en-US" b="0" dirty="0">
                          <a:solidFill>
                            <a:srgbClr val="202C8F"/>
                          </a:solidFill>
                        </a:rPr>
                        <a:t>Example:</a:t>
                      </a:r>
                    </a:p>
                    <a:p>
                      <a:r>
                        <a:rPr lang="en-US" b="0" dirty="0">
                          <a:solidFill>
                            <a:srgbClr val="202C8F"/>
                          </a:solidFill>
                        </a:rPr>
                        <a:t>const pi = 3.14;</a:t>
                      </a:r>
                    </a:p>
                    <a:p>
                      <a:endParaRPr lang="en-US" b="0" dirty="0">
                        <a:solidFill>
                          <a:srgbClr val="202C8F"/>
                        </a:solidFill>
                      </a:endParaRPr>
                    </a:p>
                  </a:txBody>
                  <a:tcPr/>
                </a:tc>
                <a:extLst>
                  <a:ext uri="{0D108BD9-81ED-4DB2-BD59-A6C34878D82A}">
                    <a16:rowId xmlns:a16="http://schemas.microsoft.com/office/drawing/2014/main" val="4123135648"/>
                  </a:ext>
                </a:extLst>
              </a:tr>
            </a:tbl>
          </a:graphicData>
        </a:graphic>
      </p:graphicFrame>
    </p:spTree>
    <p:extLst>
      <p:ext uri="{BB962C8B-B14F-4D97-AF65-F5344CB8AC3E}">
        <p14:creationId xmlns:p14="http://schemas.microsoft.com/office/powerpoint/2010/main" val="15203238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75096-739E-D162-EF50-2BF86787E57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4831B83-27F4-9E1D-17BD-2042EAD4B2EE}"/>
              </a:ext>
            </a:extLst>
          </p:cNvPr>
          <p:cNvSpPr>
            <a:spLocks noGrp="1"/>
          </p:cNvSpPr>
          <p:nvPr>
            <p:ph sz="quarter" idx="4"/>
          </p:nvPr>
        </p:nvSpPr>
        <p:spPr>
          <a:xfrm>
            <a:off x="5824575" y="1099670"/>
            <a:ext cx="4645305" cy="5954004"/>
          </a:xfrm>
        </p:spPr>
        <p:txBody>
          <a:bodyPr>
            <a:normAutofit lnSpcReduction="10000"/>
          </a:bodyPr>
          <a:lstStyle/>
          <a:p>
            <a:br>
              <a:rPr lang="en-US" dirty="0"/>
            </a:br>
            <a:r>
              <a:rPr lang="en-US" b="1" dirty="0"/>
              <a:t>4.4 Undefined</a:t>
            </a:r>
          </a:p>
          <a:p>
            <a:r>
              <a:rPr lang="en-US" dirty="0"/>
              <a:t>A variable declared but not assigned a value.</a:t>
            </a:r>
          </a:p>
          <a:p>
            <a:r>
              <a:rPr lang="en-US" dirty="0"/>
              <a:t>let x;</a:t>
            </a:r>
          </a:p>
          <a:p>
            <a:endParaRPr lang="en-US" dirty="0"/>
          </a:p>
          <a:p>
            <a:r>
              <a:rPr lang="en-US" b="1" dirty="0"/>
              <a:t>4.5 Null</a:t>
            </a:r>
          </a:p>
          <a:p>
            <a:r>
              <a:rPr lang="en-US" dirty="0"/>
              <a:t>Represents an empty or unknown value.</a:t>
            </a:r>
          </a:p>
          <a:p>
            <a:r>
              <a:rPr lang="en-US" dirty="0"/>
              <a:t>let data = null;</a:t>
            </a:r>
          </a:p>
          <a:p>
            <a:endParaRPr lang="en-US" dirty="0"/>
          </a:p>
          <a:p>
            <a:r>
              <a:rPr lang="en-US" b="1" dirty="0"/>
              <a:t>4.6 </a:t>
            </a:r>
            <a:r>
              <a:rPr lang="en-US" b="1" dirty="0" err="1"/>
              <a:t>BigInt</a:t>
            </a:r>
            <a:endParaRPr lang="en-US" b="1" dirty="0"/>
          </a:p>
          <a:p>
            <a:r>
              <a:rPr lang="en-US" dirty="0"/>
              <a:t>Used to store very large integers beyond Number limit.</a:t>
            </a:r>
          </a:p>
          <a:p>
            <a:r>
              <a:rPr lang="en-US" dirty="0"/>
              <a:t>let </a:t>
            </a:r>
            <a:r>
              <a:rPr lang="en-US" dirty="0" err="1"/>
              <a:t>bigNumber</a:t>
            </a:r>
            <a:r>
              <a:rPr lang="en-US" dirty="0"/>
              <a:t> = 1234567890123456789n;</a:t>
            </a:r>
          </a:p>
          <a:p>
            <a:r>
              <a:rPr lang="en-US" b="1" dirty="0"/>
              <a:t>4.7 Symbol</a:t>
            </a:r>
          </a:p>
          <a:p>
            <a:r>
              <a:rPr lang="en-US" dirty="0"/>
              <a:t>Used to create unique identifiers.</a:t>
            </a:r>
          </a:p>
          <a:p>
            <a:r>
              <a:rPr lang="en-US" dirty="0"/>
              <a:t>let id = Symbol("id");</a:t>
            </a:r>
          </a:p>
          <a:p>
            <a:endParaRPr lang="en-US" dirty="0"/>
          </a:p>
        </p:txBody>
      </p:sp>
      <p:sp>
        <p:nvSpPr>
          <p:cNvPr id="3" name="Content Placeholder 3">
            <a:extLst>
              <a:ext uri="{FF2B5EF4-FFF2-40B4-BE49-F238E27FC236}">
                <a16:creationId xmlns:a16="http://schemas.microsoft.com/office/drawing/2014/main" id="{F88D8A0D-581C-2CE1-A223-79C08AB80FF4}"/>
              </a:ext>
            </a:extLst>
          </p:cNvPr>
          <p:cNvSpPr txBox="1">
            <a:spLocks/>
          </p:cNvSpPr>
          <p:nvPr/>
        </p:nvSpPr>
        <p:spPr>
          <a:xfrm>
            <a:off x="621486" y="868837"/>
            <a:ext cx="4645305" cy="5954004"/>
          </a:xfrm>
          <a:prstGeom prst="rect">
            <a:avLst/>
          </a:prstGeom>
        </p:spPr>
        <p:txBody>
          <a:bodyPr vert="horz" lIns="91440" tIns="0" rIns="91440" bIns="0" rtlCol="0">
            <a:normAutofit fontScale="92500" lnSpcReduction="20000"/>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accent6"/>
                </a:solidFill>
                <a:latin typeface="+mn-lt"/>
                <a:ea typeface="+mn-ea"/>
                <a:cs typeface="+mn-cs"/>
              </a:defRPr>
            </a:lvl1pPr>
            <a:lvl2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br>
              <a:rPr lang="en-US" dirty="0"/>
            </a:br>
            <a:endParaRPr lang="en-US" dirty="0"/>
          </a:p>
          <a:p>
            <a:r>
              <a:rPr lang="en-US" b="1" dirty="0"/>
              <a:t>4.1 Number</a:t>
            </a:r>
          </a:p>
          <a:p>
            <a:r>
              <a:rPr lang="en-US" dirty="0"/>
              <a:t>Used to store numeric values (integer and decimal).</a:t>
            </a:r>
          </a:p>
          <a:p>
            <a:r>
              <a:rPr lang="en-US" dirty="0"/>
              <a:t>let marks = 85;</a:t>
            </a:r>
          </a:p>
          <a:p>
            <a:r>
              <a:rPr lang="en-US" dirty="0"/>
              <a:t>let price = 99.99;</a:t>
            </a:r>
          </a:p>
          <a:p>
            <a:br>
              <a:rPr lang="en-US" dirty="0"/>
            </a:br>
            <a:endParaRPr lang="en-US" dirty="0"/>
          </a:p>
          <a:p>
            <a:r>
              <a:rPr lang="en-US" b="1" dirty="0"/>
              <a:t>4.2 String</a:t>
            </a:r>
          </a:p>
          <a:p>
            <a:r>
              <a:rPr lang="en-US" dirty="0"/>
              <a:t>Used to store text. Written inside single or double quotes.</a:t>
            </a:r>
          </a:p>
          <a:p>
            <a:r>
              <a:rPr lang="en-US" dirty="0"/>
              <a:t>let name = "Rahul";</a:t>
            </a:r>
          </a:p>
          <a:p>
            <a:br>
              <a:rPr lang="en-US" dirty="0"/>
            </a:br>
            <a:endParaRPr lang="en-US" dirty="0"/>
          </a:p>
          <a:p>
            <a:r>
              <a:rPr lang="en-US" b="1" dirty="0"/>
              <a:t>4.3 Boolean</a:t>
            </a:r>
          </a:p>
          <a:p>
            <a:r>
              <a:rPr lang="en-US" dirty="0"/>
              <a:t>Represents logical values: true or false.</a:t>
            </a:r>
          </a:p>
          <a:p>
            <a:r>
              <a:rPr lang="en-US" dirty="0"/>
              <a:t>let </a:t>
            </a:r>
            <a:r>
              <a:rPr lang="en-US" dirty="0" err="1"/>
              <a:t>isPassed</a:t>
            </a:r>
            <a:r>
              <a:rPr lang="en-US" dirty="0"/>
              <a:t> = true;</a:t>
            </a:r>
          </a:p>
          <a:p>
            <a:br>
              <a:rPr lang="en-US" dirty="0"/>
            </a:br>
            <a:endParaRPr lang="en-US" dirty="0"/>
          </a:p>
        </p:txBody>
      </p:sp>
      <p:sp>
        <p:nvSpPr>
          <p:cNvPr id="5" name="TextBox 4">
            <a:extLst>
              <a:ext uri="{FF2B5EF4-FFF2-40B4-BE49-F238E27FC236}">
                <a16:creationId xmlns:a16="http://schemas.microsoft.com/office/drawing/2014/main" id="{F13FFAD5-5E5E-B5A3-9CFE-4C1FE4627C5F}"/>
              </a:ext>
            </a:extLst>
          </p:cNvPr>
          <p:cNvSpPr txBox="1"/>
          <p:nvPr/>
        </p:nvSpPr>
        <p:spPr>
          <a:xfrm>
            <a:off x="722223" y="279156"/>
            <a:ext cx="9784080" cy="1200329"/>
          </a:xfrm>
          <a:prstGeom prst="rect">
            <a:avLst/>
          </a:prstGeom>
          <a:noFill/>
        </p:spPr>
        <p:txBody>
          <a:bodyPr wrap="square" rtlCol="0">
            <a:spAutoFit/>
          </a:bodyPr>
          <a:lstStyle/>
          <a:p>
            <a:pPr algn="ctr"/>
            <a:r>
              <a:rPr lang="en-US" sz="2400" b="1" dirty="0">
                <a:solidFill>
                  <a:srgbClr val="202C8F"/>
                </a:solidFill>
              </a:rPr>
              <a:t>Primitive Data Types</a:t>
            </a:r>
          </a:p>
          <a:p>
            <a:pPr algn="ctr"/>
            <a:r>
              <a:rPr lang="en-US" sz="2400" dirty="0">
                <a:solidFill>
                  <a:srgbClr val="202C8F"/>
                </a:solidFill>
              </a:rPr>
              <a:t>Primitive data types store single values.</a:t>
            </a:r>
          </a:p>
          <a:p>
            <a:pPr algn="ctr"/>
            <a:endParaRPr lang="en-US" sz="2400" dirty="0">
              <a:solidFill>
                <a:srgbClr val="202C8F"/>
              </a:solidFill>
            </a:endParaRPr>
          </a:p>
        </p:txBody>
      </p:sp>
    </p:spTree>
    <p:extLst>
      <p:ext uri="{BB962C8B-B14F-4D97-AF65-F5344CB8AC3E}">
        <p14:creationId xmlns:p14="http://schemas.microsoft.com/office/powerpoint/2010/main" val="35984034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81116-DF62-9544-6E67-15A71A9B81E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FEA1CCB-AF75-6F9C-5BBE-FCB12C9325C4}"/>
              </a:ext>
            </a:extLst>
          </p:cNvPr>
          <p:cNvSpPr>
            <a:spLocks noGrp="1"/>
          </p:cNvSpPr>
          <p:nvPr>
            <p:ph sz="quarter" idx="4"/>
          </p:nvPr>
        </p:nvSpPr>
        <p:spPr>
          <a:xfrm>
            <a:off x="365607" y="254772"/>
            <a:ext cx="10854081" cy="5954004"/>
          </a:xfrm>
        </p:spPr>
        <p:txBody>
          <a:bodyPr>
            <a:normAutofit fontScale="77500" lnSpcReduction="20000"/>
          </a:bodyPr>
          <a:lstStyle/>
          <a:p>
            <a:pPr algn="ctr"/>
            <a:r>
              <a:rPr lang="en-US" sz="3800" b="1" dirty="0"/>
              <a:t>Non-Primitive (Reference) Data Types</a:t>
            </a:r>
          </a:p>
          <a:p>
            <a:r>
              <a:rPr lang="en-US" dirty="0"/>
              <a:t>Reference types store collections of data.</a:t>
            </a:r>
            <a:br>
              <a:rPr lang="en-US" dirty="0"/>
            </a:br>
            <a:endParaRPr lang="en-US" dirty="0"/>
          </a:p>
          <a:p>
            <a:r>
              <a:rPr lang="en-US" b="1" dirty="0"/>
              <a:t>5.1 Object</a:t>
            </a:r>
          </a:p>
          <a:p>
            <a:r>
              <a:rPr lang="en-US" dirty="0"/>
              <a:t>An object stores data in key-value pairs.</a:t>
            </a:r>
          </a:p>
          <a:p>
            <a:r>
              <a:rPr lang="en-US" dirty="0"/>
              <a:t>let student = {</a:t>
            </a:r>
          </a:p>
          <a:p>
            <a:r>
              <a:rPr lang="en-US" dirty="0"/>
              <a:t>  name: "Amit",</a:t>
            </a:r>
          </a:p>
          <a:p>
            <a:r>
              <a:rPr lang="en-US" dirty="0"/>
              <a:t>  age: 22,</a:t>
            </a:r>
          </a:p>
          <a:p>
            <a:r>
              <a:rPr lang="en-US" dirty="0"/>
              <a:t>  course: "BCA"</a:t>
            </a:r>
          </a:p>
          <a:p>
            <a:r>
              <a:rPr lang="en-US" dirty="0"/>
              <a:t>};</a:t>
            </a:r>
          </a:p>
          <a:p>
            <a:endParaRPr lang="en-US" dirty="0"/>
          </a:p>
          <a:p>
            <a:r>
              <a:rPr lang="en-US" b="1" dirty="0"/>
              <a:t>5.2 Array</a:t>
            </a:r>
          </a:p>
          <a:p>
            <a:r>
              <a:rPr lang="en-US" dirty="0"/>
              <a:t>An array stores multiple values in a single variable.</a:t>
            </a:r>
          </a:p>
          <a:p>
            <a:r>
              <a:rPr lang="en-US" dirty="0"/>
              <a:t>let subjects = ["HTML", "CSS", "JavaScript"];</a:t>
            </a:r>
          </a:p>
          <a:p>
            <a:endParaRPr lang="en-US" dirty="0"/>
          </a:p>
          <a:p>
            <a:r>
              <a:rPr lang="en-US" b="1" dirty="0"/>
              <a:t>5.3 Function</a:t>
            </a:r>
          </a:p>
          <a:p>
            <a:r>
              <a:rPr lang="en-US" dirty="0"/>
              <a:t>A function is a block of reusable code used to perform a specific task.</a:t>
            </a:r>
          </a:p>
          <a:p>
            <a:r>
              <a:rPr lang="en-US" dirty="0"/>
              <a:t>function greet() {</a:t>
            </a:r>
          </a:p>
          <a:p>
            <a:r>
              <a:rPr lang="en-US" dirty="0"/>
              <a:t>  console.log("Hello GTU");</a:t>
            </a:r>
          </a:p>
          <a:p>
            <a:r>
              <a:rPr lang="en-US" dirty="0"/>
              <a:t>}</a:t>
            </a:r>
          </a:p>
          <a:p>
            <a:endParaRPr lang="en-US" dirty="0"/>
          </a:p>
        </p:txBody>
      </p:sp>
    </p:spTree>
    <p:extLst>
      <p:ext uri="{BB962C8B-B14F-4D97-AF65-F5344CB8AC3E}">
        <p14:creationId xmlns:p14="http://schemas.microsoft.com/office/powerpoint/2010/main" val="35054716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7F185-A0B6-1951-6FC7-B7C4E93DACE1}"/>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62D49A3-1C85-EF65-C945-A82BB500D3B5}"/>
              </a:ext>
            </a:extLst>
          </p:cNvPr>
          <p:cNvSpPr>
            <a:spLocks noGrp="1"/>
          </p:cNvSpPr>
          <p:nvPr>
            <p:ph sz="quarter" idx="4"/>
          </p:nvPr>
        </p:nvSpPr>
        <p:spPr>
          <a:xfrm>
            <a:off x="365607" y="254772"/>
            <a:ext cx="10854081" cy="5954004"/>
          </a:xfrm>
        </p:spPr>
        <p:txBody>
          <a:bodyPr>
            <a:normAutofit/>
          </a:bodyPr>
          <a:lstStyle/>
          <a:p>
            <a:pPr algn="ctr"/>
            <a:r>
              <a:rPr lang="en-US" b="1" dirty="0"/>
              <a:t>Difference Between var, let and const</a:t>
            </a:r>
          </a:p>
          <a:p>
            <a:endParaRPr lang="en-US" dirty="0"/>
          </a:p>
          <a:p>
            <a:endParaRPr lang="en-US" dirty="0"/>
          </a:p>
          <a:p>
            <a:endParaRPr lang="en-US" dirty="0"/>
          </a:p>
          <a:p>
            <a:endParaRPr lang="en-US" dirty="0"/>
          </a:p>
          <a:p>
            <a:endParaRPr lang="en-US" dirty="0"/>
          </a:p>
          <a:p>
            <a:pPr algn="ctr"/>
            <a:r>
              <a:rPr lang="en-US" b="1" dirty="0"/>
              <a:t>Example Program</a:t>
            </a:r>
          </a:p>
          <a:p>
            <a:r>
              <a:rPr lang="en-US" dirty="0"/>
              <a:t>let name = "Rahul";</a:t>
            </a:r>
          </a:p>
          <a:p>
            <a:r>
              <a:rPr lang="en-US" dirty="0"/>
              <a:t>let age = 21;</a:t>
            </a:r>
          </a:p>
          <a:p>
            <a:r>
              <a:rPr lang="en-US" dirty="0"/>
              <a:t>let </a:t>
            </a:r>
            <a:r>
              <a:rPr lang="en-US" dirty="0" err="1"/>
              <a:t>isStudent</a:t>
            </a:r>
            <a:r>
              <a:rPr lang="en-US" dirty="0"/>
              <a:t> = true;</a:t>
            </a:r>
          </a:p>
          <a:p>
            <a:endParaRPr lang="en-US" dirty="0"/>
          </a:p>
          <a:p>
            <a:r>
              <a:rPr lang="en-US" dirty="0"/>
              <a:t>console.log("Name: " + name);</a:t>
            </a:r>
          </a:p>
          <a:p>
            <a:r>
              <a:rPr lang="en-US" dirty="0"/>
              <a:t>console.log("Age: " + age);</a:t>
            </a:r>
          </a:p>
          <a:p>
            <a:r>
              <a:rPr lang="en-US" dirty="0"/>
              <a:t>console.log("Student: " + </a:t>
            </a:r>
            <a:r>
              <a:rPr lang="en-US" dirty="0" err="1"/>
              <a:t>isStudent</a:t>
            </a:r>
            <a:r>
              <a:rPr lang="en-US" dirty="0"/>
              <a:t>);</a:t>
            </a:r>
          </a:p>
          <a:p>
            <a:endParaRPr lang="en-US" dirty="0"/>
          </a:p>
        </p:txBody>
      </p:sp>
      <p:graphicFrame>
        <p:nvGraphicFramePr>
          <p:cNvPr id="7" name="Table 6">
            <a:extLst>
              <a:ext uri="{FF2B5EF4-FFF2-40B4-BE49-F238E27FC236}">
                <a16:creationId xmlns:a16="http://schemas.microsoft.com/office/drawing/2014/main" id="{267B90AD-F901-1589-B851-295BECED2EE2}"/>
              </a:ext>
            </a:extLst>
          </p:cNvPr>
          <p:cNvGraphicFramePr>
            <a:graphicFrameLocks noGrp="1"/>
          </p:cNvGraphicFramePr>
          <p:nvPr>
            <p:extLst>
              <p:ext uri="{D42A27DB-BD31-4B8C-83A1-F6EECF244321}">
                <p14:modId xmlns:p14="http://schemas.microsoft.com/office/powerpoint/2010/main" val="2093922493"/>
              </p:ext>
            </p:extLst>
          </p:nvPr>
        </p:nvGraphicFramePr>
        <p:xfrm>
          <a:off x="667385" y="859250"/>
          <a:ext cx="10671176" cy="1463040"/>
        </p:xfrm>
        <a:graphic>
          <a:graphicData uri="http://schemas.openxmlformats.org/drawingml/2006/table">
            <a:tbl>
              <a:tblPr/>
              <a:tblGrid>
                <a:gridCol w="2667794">
                  <a:extLst>
                    <a:ext uri="{9D8B030D-6E8A-4147-A177-3AD203B41FA5}">
                      <a16:colId xmlns:a16="http://schemas.microsoft.com/office/drawing/2014/main" val="2361788031"/>
                    </a:ext>
                  </a:extLst>
                </a:gridCol>
                <a:gridCol w="2667794">
                  <a:extLst>
                    <a:ext uri="{9D8B030D-6E8A-4147-A177-3AD203B41FA5}">
                      <a16:colId xmlns:a16="http://schemas.microsoft.com/office/drawing/2014/main" val="681337330"/>
                    </a:ext>
                  </a:extLst>
                </a:gridCol>
                <a:gridCol w="2667794">
                  <a:extLst>
                    <a:ext uri="{9D8B030D-6E8A-4147-A177-3AD203B41FA5}">
                      <a16:colId xmlns:a16="http://schemas.microsoft.com/office/drawing/2014/main" val="3907808016"/>
                    </a:ext>
                  </a:extLst>
                </a:gridCol>
                <a:gridCol w="2667794">
                  <a:extLst>
                    <a:ext uri="{9D8B030D-6E8A-4147-A177-3AD203B41FA5}">
                      <a16:colId xmlns:a16="http://schemas.microsoft.com/office/drawing/2014/main" val="3255732006"/>
                    </a:ext>
                  </a:extLst>
                </a:gridCol>
              </a:tblGrid>
              <a:tr h="365760">
                <a:tc>
                  <a:txBody>
                    <a:bodyPr/>
                    <a:lstStyle/>
                    <a:p>
                      <a:pPr>
                        <a:buNone/>
                      </a:pPr>
                      <a:r>
                        <a:rPr lang="en-US" sz="1800"/>
                        <a:t>Feature</a:t>
                      </a:r>
                    </a:p>
                  </a:txBody>
                  <a:tcPr anchor="ctr">
                    <a:lnL>
                      <a:noFill/>
                    </a:lnL>
                    <a:lnR>
                      <a:noFill/>
                    </a:lnR>
                    <a:lnT>
                      <a:noFill/>
                    </a:lnT>
                    <a:lnB>
                      <a:noFill/>
                    </a:lnB>
                    <a:noFill/>
                  </a:tcPr>
                </a:tc>
                <a:tc>
                  <a:txBody>
                    <a:bodyPr/>
                    <a:lstStyle/>
                    <a:p>
                      <a:pPr>
                        <a:buNone/>
                      </a:pPr>
                      <a:r>
                        <a:rPr lang="en-US" sz="1800"/>
                        <a:t>var</a:t>
                      </a:r>
                    </a:p>
                  </a:txBody>
                  <a:tcPr anchor="ctr">
                    <a:lnL>
                      <a:noFill/>
                    </a:lnL>
                    <a:lnR>
                      <a:noFill/>
                    </a:lnR>
                    <a:lnT>
                      <a:noFill/>
                    </a:lnT>
                    <a:lnB>
                      <a:noFill/>
                    </a:lnB>
                    <a:noFill/>
                  </a:tcPr>
                </a:tc>
                <a:tc>
                  <a:txBody>
                    <a:bodyPr/>
                    <a:lstStyle/>
                    <a:p>
                      <a:pPr>
                        <a:buNone/>
                      </a:pPr>
                      <a:r>
                        <a:rPr lang="en-US" sz="1800"/>
                        <a:t>let</a:t>
                      </a:r>
                    </a:p>
                  </a:txBody>
                  <a:tcPr anchor="ctr">
                    <a:lnL>
                      <a:noFill/>
                    </a:lnL>
                    <a:lnR>
                      <a:noFill/>
                    </a:lnR>
                    <a:lnT>
                      <a:noFill/>
                    </a:lnT>
                    <a:lnB>
                      <a:noFill/>
                    </a:lnB>
                    <a:noFill/>
                  </a:tcPr>
                </a:tc>
                <a:tc>
                  <a:txBody>
                    <a:bodyPr/>
                    <a:lstStyle/>
                    <a:p>
                      <a:pPr>
                        <a:buNone/>
                      </a:pPr>
                      <a:r>
                        <a:rPr lang="en-US" sz="1800"/>
                        <a:t>const</a:t>
                      </a:r>
                    </a:p>
                  </a:txBody>
                  <a:tcPr anchor="ctr">
                    <a:lnL>
                      <a:noFill/>
                    </a:lnL>
                    <a:lnR>
                      <a:noFill/>
                    </a:lnR>
                    <a:lnT>
                      <a:noFill/>
                    </a:lnT>
                    <a:lnB>
                      <a:noFill/>
                    </a:lnB>
                    <a:noFill/>
                  </a:tcPr>
                </a:tc>
                <a:extLst>
                  <a:ext uri="{0D108BD9-81ED-4DB2-BD59-A6C34878D82A}">
                    <a16:rowId xmlns:a16="http://schemas.microsoft.com/office/drawing/2014/main" val="3415225896"/>
                  </a:ext>
                </a:extLst>
              </a:tr>
              <a:tr h="365760">
                <a:tc>
                  <a:txBody>
                    <a:bodyPr/>
                    <a:lstStyle/>
                    <a:p>
                      <a:pPr>
                        <a:buNone/>
                      </a:pPr>
                      <a:r>
                        <a:rPr lang="en-US" sz="1800"/>
                        <a:t>Scope</a:t>
                      </a:r>
                    </a:p>
                  </a:txBody>
                  <a:tcPr anchor="ctr">
                    <a:lnL>
                      <a:noFill/>
                    </a:lnL>
                    <a:lnR>
                      <a:noFill/>
                    </a:lnR>
                    <a:lnT>
                      <a:noFill/>
                    </a:lnT>
                    <a:lnB>
                      <a:noFill/>
                    </a:lnB>
                    <a:noFill/>
                  </a:tcPr>
                </a:tc>
                <a:tc>
                  <a:txBody>
                    <a:bodyPr/>
                    <a:lstStyle/>
                    <a:p>
                      <a:pPr>
                        <a:buNone/>
                      </a:pPr>
                      <a:r>
                        <a:rPr lang="en-US" sz="1800"/>
                        <a:t>Function</a:t>
                      </a:r>
                    </a:p>
                  </a:txBody>
                  <a:tcPr anchor="ctr">
                    <a:lnL>
                      <a:noFill/>
                    </a:lnL>
                    <a:lnR>
                      <a:noFill/>
                    </a:lnR>
                    <a:lnT>
                      <a:noFill/>
                    </a:lnT>
                    <a:lnB>
                      <a:noFill/>
                    </a:lnB>
                    <a:noFill/>
                  </a:tcPr>
                </a:tc>
                <a:tc>
                  <a:txBody>
                    <a:bodyPr/>
                    <a:lstStyle/>
                    <a:p>
                      <a:pPr>
                        <a:buNone/>
                      </a:pPr>
                      <a:r>
                        <a:rPr lang="en-US" sz="1800"/>
                        <a:t>Block</a:t>
                      </a:r>
                    </a:p>
                  </a:txBody>
                  <a:tcPr anchor="ctr">
                    <a:lnL>
                      <a:noFill/>
                    </a:lnL>
                    <a:lnR>
                      <a:noFill/>
                    </a:lnR>
                    <a:lnT>
                      <a:noFill/>
                    </a:lnT>
                    <a:lnB>
                      <a:noFill/>
                    </a:lnB>
                    <a:noFill/>
                  </a:tcPr>
                </a:tc>
                <a:tc>
                  <a:txBody>
                    <a:bodyPr/>
                    <a:lstStyle/>
                    <a:p>
                      <a:pPr>
                        <a:buNone/>
                      </a:pPr>
                      <a:r>
                        <a:rPr lang="en-US" sz="1800"/>
                        <a:t>Block</a:t>
                      </a:r>
                    </a:p>
                  </a:txBody>
                  <a:tcPr anchor="ctr">
                    <a:lnL>
                      <a:noFill/>
                    </a:lnL>
                    <a:lnR>
                      <a:noFill/>
                    </a:lnR>
                    <a:lnT>
                      <a:noFill/>
                    </a:lnT>
                    <a:lnB>
                      <a:noFill/>
                    </a:lnB>
                    <a:noFill/>
                  </a:tcPr>
                </a:tc>
                <a:extLst>
                  <a:ext uri="{0D108BD9-81ED-4DB2-BD59-A6C34878D82A}">
                    <a16:rowId xmlns:a16="http://schemas.microsoft.com/office/drawing/2014/main" val="2677194453"/>
                  </a:ext>
                </a:extLst>
              </a:tr>
              <a:tr h="365760">
                <a:tc>
                  <a:txBody>
                    <a:bodyPr/>
                    <a:lstStyle/>
                    <a:p>
                      <a:pPr>
                        <a:buNone/>
                      </a:pPr>
                      <a:r>
                        <a:rPr lang="en-US" sz="1800"/>
                        <a:t>Redeclaration</a:t>
                      </a:r>
                    </a:p>
                  </a:txBody>
                  <a:tcPr anchor="ctr">
                    <a:lnL>
                      <a:noFill/>
                    </a:lnL>
                    <a:lnR>
                      <a:noFill/>
                    </a:lnR>
                    <a:lnT>
                      <a:noFill/>
                    </a:lnT>
                    <a:lnB>
                      <a:noFill/>
                    </a:lnB>
                    <a:noFill/>
                  </a:tcPr>
                </a:tc>
                <a:tc>
                  <a:txBody>
                    <a:bodyPr/>
                    <a:lstStyle/>
                    <a:p>
                      <a:pPr>
                        <a:buNone/>
                      </a:pPr>
                      <a:r>
                        <a:rPr lang="en-US" sz="1800" dirty="0"/>
                        <a:t>Allowed</a:t>
                      </a:r>
                    </a:p>
                  </a:txBody>
                  <a:tcPr anchor="ctr">
                    <a:lnL>
                      <a:noFill/>
                    </a:lnL>
                    <a:lnR>
                      <a:noFill/>
                    </a:lnR>
                    <a:lnT>
                      <a:noFill/>
                    </a:lnT>
                    <a:lnB>
                      <a:noFill/>
                    </a:lnB>
                    <a:noFill/>
                  </a:tcPr>
                </a:tc>
                <a:tc>
                  <a:txBody>
                    <a:bodyPr/>
                    <a:lstStyle/>
                    <a:p>
                      <a:pPr>
                        <a:buNone/>
                      </a:pPr>
                      <a:r>
                        <a:rPr lang="en-US" sz="1800"/>
                        <a:t>Not Allowed</a:t>
                      </a:r>
                    </a:p>
                  </a:txBody>
                  <a:tcPr anchor="ctr">
                    <a:lnL>
                      <a:noFill/>
                    </a:lnL>
                    <a:lnR>
                      <a:noFill/>
                    </a:lnR>
                    <a:lnT>
                      <a:noFill/>
                    </a:lnT>
                    <a:lnB>
                      <a:noFill/>
                    </a:lnB>
                    <a:noFill/>
                  </a:tcPr>
                </a:tc>
                <a:tc>
                  <a:txBody>
                    <a:bodyPr/>
                    <a:lstStyle/>
                    <a:p>
                      <a:pPr>
                        <a:buNone/>
                      </a:pPr>
                      <a:r>
                        <a:rPr lang="en-US" sz="1800"/>
                        <a:t>Not Allowed</a:t>
                      </a:r>
                    </a:p>
                  </a:txBody>
                  <a:tcPr anchor="ctr">
                    <a:lnL>
                      <a:noFill/>
                    </a:lnL>
                    <a:lnR>
                      <a:noFill/>
                    </a:lnR>
                    <a:lnT>
                      <a:noFill/>
                    </a:lnT>
                    <a:lnB>
                      <a:noFill/>
                    </a:lnB>
                    <a:noFill/>
                  </a:tcPr>
                </a:tc>
                <a:extLst>
                  <a:ext uri="{0D108BD9-81ED-4DB2-BD59-A6C34878D82A}">
                    <a16:rowId xmlns:a16="http://schemas.microsoft.com/office/drawing/2014/main" val="2571809565"/>
                  </a:ext>
                </a:extLst>
              </a:tr>
              <a:tr h="365760">
                <a:tc>
                  <a:txBody>
                    <a:bodyPr/>
                    <a:lstStyle/>
                    <a:p>
                      <a:pPr>
                        <a:buNone/>
                      </a:pPr>
                      <a:r>
                        <a:rPr lang="en-US" sz="1800"/>
                        <a:t>Reassignment</a:t>
                      </a:r>
                    </a:p>
                  </a:txBody>
                  <a:tcPr anchor="ctr">
                    <a:lnL>
                      <a:noFill/>
                    </a:lnL>
                    <a:lnR>
                      <a:noFill/>
                    </a:lnR>
                    <a:lnT>
                      <a:noFill/>
                    </a:lnT>
                    <a:lnB>
                      <a:noFill/>
                    </a:lnB>
                    <a:noFill/>
                  </a:tcPr>
                </a:tc>
                <a:tc>
                  <a:txBody>
                    <a:bodyPr/>
                    <a:lstStyle/>
                    <a:p>
                      <a:pPr>
                        <a:buNone/>
                      </a:pPr>
                      <a:r>
                        <a:rPr lang="en-US" sz="1800"/>
                        <a:t>Allowed</a:t>
                      </a:r>
                    </a:p>
                  </a:txBody>
                  <a:tcPr anchor="ctr">
                    <a:lnL>
                      <a:noFill/>
                    </a:lnL>
                    <a:lnR>
                      <a:noFill/>
                    </a:lnR>
                    <a:lnT>
                      <a:noFill/>
                    </a:lnT>
                    <a:lnB>
                      <a:noFill/>
                    </a:lnB>
                    <a:noFill/>
                  </a:tcPr>
                </a:tc>
                <a:tc>
                  <a:txBody>
                    <a:bodyPr/>
                    <a:lstStyle/>
                    <a:p>
                      <a:pPr>
                        <a:buNone/>
                      </a:pPr>
                      <a:r>
                        <a:rPr lang="en-US" sz="1800"/>
                        <a:t>Allowed</a:t>
                      </a:r>
                    </a:p>
                  </a:txBody>
                  <a:tcPr anchor="ctr">
                    <a:lnL>
                      <a:noFill/>
                    </a:lnL>
                    <a:lnR>
                      <a:noFill/>
                    </a:lnR>
                    <a:lnT>
                      <a:noFill/>
                    </a:lnT>
                    <a:lnB>
                      <a:noFill/>
                    </a:lnB>
                    <a:noFill/>
                  </a:tcPr>
                </a:tc>
                <a:tc>
                  <a:txBody>
                    <a:bodyPr/>
                    <a:lstStyle/>
                    <a:p>
                      <a:pPr>
                        <a:buNone/>
                      </a:pPr>
                      <a:r>
                        <a:rPr lang="en-US" sz="1800" dirty="0"/>
                        <a:t>Not Allowed</a:t>
                      </a:r>
                    </a:p>
                  </a:txBody>
                  <a:tcPr anchor="ctr">
                    <a:lnL>
                      <a:noFill/>
                    </a:lnL>
                    <a:lnR>
                      <a:noFill/>
                    </a:lnR>
                    <a:lnT>
                      <a:noFill/>
                    </a:lnT>
                    <a:lnB>
                      <a:noFill/>
                    </a:lnB>
                    <a:noFill/>
                  </a:tcPr>
                </a:tc>
                <a:extLst>
                  <a:ext uri="{0D108BD9-81ED-4DB2-BD59-A6C34878D82A}">
                    <a16:rowId xmlns:a16="http://schemas.microsoft.com/office/drawing/2014/main" val="687973991"/>
                  </a:ext>
                </a:extLst>
              </a:tr>
            </a:tbl>
          </a:graphicData>
        </a:graphic>
      </p:graphicFrame>
    </p:spTree>
    <p:extLst>
      <p:ext uri="{BB962C8B-B14F-4D97-AF65-F5344CB8AC3E}">
        <p14:creationId xmlns:p14="http://schemas.microsoft.com/office/powerpoint/2010/main" val="37764101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1253F-E5D7-E737-9360-6F3FE048E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0A031-8319-2AE3-B48E-1A88131D6DE6}"/>
              </a:ext>
            </a:extLst>
          </p:cNvPr>
          <p:cNvSpPr>
            <a:spLocks noGrp="1"/>
          </p:cNvSpPr>
          <p:nvPr>
            <p:ph type="title"/>
          </p:nvPr>
        </p:nvSpPr>
        <p:spPr>
          <a:xfrm>
            <a:off x="4364809" y="1057274"/>
            <a:ext cx="7043617" cy="2520217"/>
          </a:xfrm>
        </p:spPr>
        <p:txBody>
          <a:bodyPr/>
          <a:lstStyle/>
          <a:p>
            <a:r>
              <a:rPr lang="en-US" dirty="0"/>
              <a:t>JavaScript: Functions</a:t>
            </a:r>
          </a:p>
        </p:txBody>
      </p:sp>
      <p:sp>
        <p:nvSpPr>
          <p:cNvPr id="3" name="Slide Number Placeholder 2">
            <a:extLst>
              <a:ext uri="{FF2B5EF4-FFF2-40B4-BE49-F238E27FC236}">
                <a16:creationId xmlns:a16="http://schemas.microsoft.com/office/drawing/2014/main" id="{28E59CB9-BBBC-0AC8-DD07-23ECF77DEE8A}"/>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56</a:t>
            </a:fld>
            <a:endParaRPr lang="en-US" dirty="0"/>
          </a:p>
        </p:txBody>
      </p:sp>
    </p:spTree>
    <p:extLst>
      <p:ext uri="{BB962C8B-B14F-4D97-AF65-F5344CB8AC3E}">
        <p14:creationId xmlns:p14="http://schemas.microsoft.com/office/powerpoint/2010/main" val="17591934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2CC91-18BF-CB94-3E6D-0AAD3EAF94B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B45D23E-E627-9EB4-4FC4-AC22CFC9E560}"/>
              </a:ext>
            </a:extLst>
          </p:cNvPr>
          <p:cNvSpPr>
            <a:spLocks noGrp="1"/>
          </p:cNvSpPr>
          <p:nvPr>
            <p:ph sz="quarter" idx="4"/>
          </p:nvPr>
        </p:nvSpPr>
        <p:spPr>
          <a:xfrm>
            <a:off x="365607" y="254772"/>
            <a:ext cx="10854081" cy="6429492"/>
          </a:xfrm>
        </p:spPr>
        <p:txBody>
          <a:bodyPr>
            <a:normAutofit lnSpcReduction="10000"/>
          </a:bodyPr>
          <a:lstStyle/>
          <a:p>
            <a:r>
              <a:rPr lang="en-US" dirty="0"/>
              <a:t>Functions in JavaScript are reusable blocks of code designed to perform specific tasks. They allow you to organize, reuse, and modularize code. It can take inputs, perform actions, and return outputs.</a:t>
            </a:r>
          </a:p>
          <a:p>
            <a:endParaRPr lang="en-US" dirty="0"/>
          </a:p>
          <a:p>
            <a:endParaRPr lang="en-US" dirty="0"/>
          </a:p>
          <a:p>
            <a:endParaRPr lang="en-US" dirty="0"/>
          </a:p>
          <a:p>
            <a:endParaRPr lang="en-US" dirty="0"/>
          </a:p>
          <a:p>
            <a:endParaRPr lang="en-US" dirty="0"/>
          </a:p>
          <a:p>
            <a:endParaRPr lang="en-US" dirty="0"/>
          </a:p>
          <a:p>
            <a:endParaRPr lang="en-US" dirty="0"/>
          </a:p>
          <a:p>
            <a:pPr fontAlgn="base"/>
            <a:r>
              <a:rPr lang="en-US" dirty="0"/>
              <a:t>In functions, parameters are placeholders defined in the function, while arguments are the actual values you pass when calling the function.</a:t>
            </a:r>
          </a:p>
          <a:p>
            <a:pPr fontAlgn="base"/>
            <a:r>
              <a:rPr lang="en-US" b="1" dirty="0"/>
              <a:t>Example:</a:t>
            </a:r>
            <a:endParaRPr lang="en-US" dirty="0"/>
          </a:p>
          <a:p>
            <a:r>
              <a:rPr lang="en-US" dirty="0"/>
              <a:t>function greet(name) {   // 'name' is a parameter</a:t>
            </a:r>
          </a:p>
          <a:p>
            <a:r>
              <a:rPr lang="en-US" dirty="0"/>
              <a:t>  console.log("Hello " + name);</a:t>
            </a:r>
          </a:p>
          <a:p>
            <a:r>
              <a:rPr lang="en-US" dirty="0"/>
              <a:t>}</a:t>
            </a:r>
          </a:p>
          <a:p>
            <a:r>
              <a:rPr lang="en-US" dirty="0"/>
              <a:t>greet("Alice");  // "Alice" is the argument</a:t>
            </a:r>
          </a:p>
          <a:p>
            <a:pPr marL="285750" indent="-285750" fontAlgn="base">
              <a:buFont typeface="Arial" panose="020B0604020202020204" pitchFamily="34" charset="0"/>
              <a:buChar char="•"/>
            </a:pPr>
            <a:r>
              <a:rPr lang="en-US" dirty="0"/>
              <a:t>Parameter: name (placeholder inside the function).</a:t>
            </a:r>
          </a:p>
          <a:p>
            <a:pPr marL="285750" indent="-285750" fontAlgn="base">
              <a:buFont typeface="Arial" panose="020B0604020202020204" pitchFamily="34" charset="0"/>
              <a:buChar char="•"/>
            </a:pPr>
            <a:r>
              <a:rPr lang="en-US" dirty="0"/>
              <a:t>Argument: "Alice" (real value given at call time).</a:t>
            </a:r>
          </a:p>
          <a:p>
            <a:endParaRPr lang="en-US" dirty="0"/>
          </a:p>
        </p:txBody>
      </p:sp>
      <p:pic>
        <p:nvPicPr>
          <p:cNvPr id="3" name="Picture 2">
            <a:extLst>
              <a:ext uri="{FF2B5EF4-FFF2-40B4-BE49-F238E27FC236}">
                <a16:creationId xmlns:a16="http://schemas.microsoft.com/office/drawing/2014/main" id="{412E8B18-E3BA-820A-6544-1A3D31A381AB}"/>
              </a:ext>
            </a:extLst>
          </p:cNvPr>
          <p:cNvPicPr>
            <a:picLocks noChangeAspect="1"/>
          </p:cNvPicPr>
          <p:nvPr/>
        </p:nvPicPr>
        <p:blipFill>
          <a:blip r:embed="rId2"/>
          <a:stretch>
            <a:fillRect/>
          </a:stretch>
        </p:blipFill>
        <p:spPr>
          <a:xfrm>
            <a:off x="585216" y="938784"/>
            <a:ext cx="4413504" cy="2206752"/>
          </a:xfrm>
          <a:prstGeom prst="rect">
            <a:avLst/>
          </a:prstGeom>
        </p:spPr>
      </p:pic>
      <p:pic>
        <p:nvPicPr>
          <p:cNvPr id="6" name="Picture 5">
            <a:extLst>
              <a:ext uri="{FF2B5EF4-FFF2-40B4-BE49-F238E27FC236}">
                <a16:creationId xmlns:a16="http://schemas.microsoft.com/office/drawing/2014/main" id="{52B45EE2-EEF2-2B9A-E761-60A8EBEF6315}"/>
              </a:ext>
            </a:extLst>
          </p:cNvPr>
          <p:cNvPicPr>
            <a:picLocks noChangeAspect="1"/>
          </p:cNvPicPr>
          <p:nvPr/>
        </p:nvPicPr>
        <p:blipFill>
          <a:blip r:embed="rId3"/>
          <a:stretch>
            <a:fillRect/>
          </a:stretch>
        </p:blipFill>
        <p:spPr>
          <a:xfrm>
            <a:off x="5501640" y="938784"/>
            <a:ext cx="4596384" cy="2298192"/>
          </a:xfrm>
          <a:prstGeom prst="rect">
            <a:avLst/>
          </a:prstGeom>
        </p:spPr>
      </p:pic>
    </p:spTree>
    <p:extLst>
      <p:ext uri="{BB962C8B-B14F-4D97-AF65-F5344CB8AC3E}">
        <p14:creationId xmlns:p14="http://schemas.microsoft.com/office/powerpoint/2010/main" val="37356490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49E8C-B7CD-07D3-6694-FEA000A9348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C7E16FD-C3D2-71C3-6200-EACD81061F7F}"/>
              </a:ext>
            </a:extLst>
          </p:cNvPr>
          <p:cNvSpPr>
            <a:spLocks noGrp="1"/>
          </p:cNvSpPr>
          <p:nvPr>
            <p:ph sz="quarter" idx="4"/>
          </p:nvPr>
        </p:nvSpPr>
        <p:spPr>
          <a:xfrm>
            <a:off x="365607" y="254772"/>
            <a:ext cx="10854081" cy="5954004"/>
          </a:xfrm>
        </p:spPr>
        <p:txBody>
          <a:bodyPr>
            <a:normAutofit fontScale="85000" lnSpcReduction="20000"/>
          </a:bodyPr>
          <a:lstStyle/>
          <a:p>
            <a:r>
              <a:rPr lang="en-US" sz="2200" b="1" dirty="0"/>
              <a:t>Default Parameters</a:t>
            </a:r>
          </a:p>
          <a:p>
            <a:pPr marL="285750" indent="-285750">
              <a:buFont typeface="Arial" panose="020B0604020202020204" pitchFamily="34" charset="0"/>
              <a:buChar char="•"/>
            </a:pPr>
            <a:r>
              <a:rPr lang="en-US" dirty="0"/>
              <a:t>Default parameters are used when no argument is provided during the function call.</a:t>
            </a:r>
          </a:p>
          <a:p>
            <a:pPr marL="285750" indent="-285750">
              <a:buFont typeface="Arial" panose="020B0604020202020204" pitchFamily="34" charset="0"/>
              <a:buChar char="•"/>
            </a:pPr>
            <a:r>
              <a:rPr lang="en-US" dirty="0"/>
              <a:t>If no value is passed, the function automatically uses the default value.</a:t>
            </a:r>
          </a:p>
          <a:p>
            <a:r>
              <a:rPr lang="en-US" dirty="0"/>
              <a:t>function greet(name = "Guest") {</a:t>
            </a:r>
          </a:p>
          <a:p>
            <a:r>
              <a:rPr lang="en-US" dirty="0"/>
              <a:t>  console.log("Hello, " + name);</a:t>
            </a:r>
          </a:p>
          <a:p>
            <a:r>
              <a:rPr lang="en-US" dirty="0"/>
              <a:t>}</a:t>
            </a:r>
          </a:p>
          <a:p>
            <a:r>
              <a:rPr lang="en-US" dirty="0"/>
              <a:t>greet();</a:t>
            </a:r>
          </a:p>
          <a:p>
            <a:r>
              <a:rPr lang="en-US" dirty="0"/>
              <a:t>greet("Aman");</a:t>
            </a:r>
          </a:p>
          <a:p>
            <a:endParaRPr lang="en-US" dirty="0"/>
          </a:p>
          <a:p>
            <a:r>
              <a:rPr lang="en-US" sz="2200" b="1" dirty="0"/>
              <a:t>Return Statement</a:t>
            </a:r>
          </a:p>
          <a:p>
            <a:pPr marL="285750" indent="-285750">
              <a:buFont typeface="Arial" panose="020B0604020202020204" pitchFamily="34" charset="0"/>
              <a:buChar char="•"/>
            </a:pPr>
            <a:r>
              <a:rPr lang="en-US" dirty="0"/>
              <a:t>The return statement is used to send a result back from a function.</a:t>
            </a:r>
          </a:p>
          <a:p>
            <a:pPr marL="285750" indent="-285750">
              <a:buFont typeface="Arial" panose="020B0604020202020204" pitchFamily="34" charset="0"/>
              <a:buChar char="•"/>
            </a:pPr>
            <a:r>
              <a:rPr lang="en-US" dirty="0"/>
              <a:t>When return executes, the function stops running at that point.</a:t>
            </a:r>
          </a:p>
          <a:p>
            <a:pPr marL="285750" indent="-285750">
              <a:buFont typeface="Arial" panose="020B0604020202020204" pitchFamily="34" charset="0"/>
              <a:buChar char="•"/>
            </a:pPr>
            <a:r>
              <a:rPr lang="en-US" dirty="0"/>
              <a:t>The returned value can be stored in a variable or used directly.</a:t>
            </a:r>
          </a:p>
          <a:p>
            <a:r>
              <a:rPr lang="en-US" dirty="0"/>
              <a:t>function add(a, b) {</a:t>
            </a:r>
          </a:p>
          <a:p>
            <a:r>
              <a:rPr lang="en-US" dirty="0"/>
              <a:t>  return a + b; // returns the sum</a:t>
            </a:r>
          </a:p>
          <a:p>
            <a:r>
              <a:rPr lang="en-US" dirty="0"/>
              <a:t>}</a:t>
            </a:r>
          </a:p>
          <a:p>
            <a:r>
              <a:rPr lang="en-US" dirty="0"/>
              <a:t>let result = add(5, 10);</a:t>
            </a:r>
          </a:p>
          <a:p>
            <a:r>
              <a:rPr lang="en-US" dirty="0"/>
              <a:t>console.log(result);</a:t>
            </a:r>
          </a:p>
        </p:txBody>
      </p:sp>
    </p:spTree>
    <p:extLst>
      <p:ext uri="{BB962C8B-B14F-4D97-AF65-F5344CB8AC3E}">
        <p14:creationId xmlns:p14="http://schemas.microsoft.com/office/powerpoint/2010/main" val="13540377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44FA0-2B55-EEC3-F222-8F9AC4D391AD}"/>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852FEDA2-5135-823C-E9FE-4873B8F4920F}"/>
              </a:ext>
            </a:extLst>
          </p:cNvPr>
          <p:cNvGraphicFramePr>
            <a:graphicFrameLocks noGrp="1"/>
          </p:cNvGraphicFramePr>
          <p:nvPr>
            <p:ph sz="quarter" idx="4"/>
            <p:extLst>
              <p:ext uri="{D42A27DB-BD31-4B8C-83A1-F6EECF244321}">
                <p14:modId xmlns:p14="http://schemas.microsoft.com/office/powerpoint/2010/main" val="4026520423"/>
              </p:ext>
            </p:extLst>
          </p:nvPr>
        </p:nvGraphicFramePr>
        <p:xfrm>
          <a:off x="350520" y="769973"/>
          <a:ext cx="11430000" cy="4598588"/>
        </p:xfrm>
        <a:graphic>
          <a:graphicData uri="http://schemas.openxmlformats.org/drawingml/2006/table">
            <a:tbl>
              <a:tblPr/>
              <a:tblGrid>
                <a:gridCol w="1277112">
                  <a:extLst>
                    <a:ext uri="{9D8B030D-6E8A-4147-A177-3AD203B41FA5}">
                      <a16:colId xmlns:a16="http://schemas.microsoft.com/office/drawing/2014/main" val="3229661557"/>
                    </a:ext>
                  </a:extLst>
                </a:gridCol>
                <a:gridCol w="3392424">
                  <a:extLst>
                    <a:ext uri="{9D8B030D-6E8A-4147-A177-3AD203B41FA5}">
                      <a16:colId xmlns:a16="http://schemas.microsoft.com/office/drawing/2014/main" val="1639292511"/>
                    </a:ext>
                  </a:extLst>
                </a:gridCol>
                <a:gridCol w="3902964">
                  <a:extLst>
                    <a:ext uri="{9D8B030D-6E8A-4147-A177-3AD203B41FA5}">
                      <a16:colId xmlns:a16="http://schemas.microsoft.com/office/drawing/2014/main" val="442233341"/>
                    </a:ext>
                  </a:extLst>
                </a:gridCol>
                <a:gridCol w="2857500">
                  <a:extLst>
                    <a:ext uri="{9D8B030D-6E8A-4147-A177-3AD203B41FA5}">
                      <a16:colId xmlns:a16="http://schemas.microsoft.com/office/drawing/2014/main" val="452130748"/>
                    </a:ext>
                  </a:extLst>
                </a:gridCol>
              </a:tblGrid>
              <a:tr h="119693">
                <a:tc>
                  <a:txBody>
                    <a:bodyPr/>
                    <a:lstStyle/>
                    <a:p>
                      <a:pPr algn="ctr">
                        <a:buNone/>
                      </a:pPr>
                      <a:r>
                        <a:rPr lang="en-US" sz="1800">
                          <a:solidFill>
                            <a:srgbClr val="202C8F"/>
                          </a:solidFill>
                        </a:rPr>
                        <a:t>No.</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Type of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Description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Example (Syntax)</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131900"/>
                  </a:ext>
                </a:extLst>
              </a:tr>
              <a:tr h="299232">
                <a:tc>
                  <a:txBody>
                    <a:bodyPr/>
                    <a:lstStyle/>
                    <a:p>
                      <a:pPr algn="ctr">
                        <a:buNone/>
                      </a:pPr>
                      <a:r>
                        <a:rPr lang="en-US" sz="1800">
                          <a:solidFill>
                            <a:srgbClr val="202C8F"/>
                          </a:solidFill>
                        </a:rPr>
                        <a:t>1</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Named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A function declared with a name. It can be reused and easily debugged.</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greet() { return "Hello!";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1324160"/>
                  </a:ext>
                </a:extLst>
              </a:tr>
              <a:tr h="389001">
                <a:tc>
                  <a:txBody>
                    <a:bodyPr/>
                    <a:lstStyle/>
                    <a:p>
                      <a:pPr algn="ctr">
                        <a:buNone/>
                      </a:pPr>
                      <a:r>
                        <a:rPr lang="en-US" sz="1800" dirty="0">
                          <a:solidFill>
                            <a:srgbClr val="202C8F"/>
                          </a:solidFill>
                        </a:rPr>
                        <a:t>2</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Anonymous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A function without a name. Usually assigned to a variable or used as a callback.</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const greet = function() { return "Hi!";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5133522"/>
                  </a:ext>
                </a:extLst>
              </a:tr>
              <a:tr h="389001">
                <a:tc>
                  <a:txBody>
                    <a:bodyPr/>
                    <a:lstStyle/>
                    <a:p>
                      <a:pPr algn="ctr">
                        <a:buNone/>
                      </a:pPr>
                      <a:r>
                        <a:rPr lang="en-US" sz="1800">
                          <a:solidFill>
                            <a:srgbClr val="202C8F"/>
                          </a:solidFill>
                        </a:rPr>
                        <a:t>3</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Function Expression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A function assigned to a variable. Can be named or anonymous.</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const add = function(</a:t>
                      </a:r>
                      <a:r>
                        <a:rPr lang="en-US" sz="1800" dirty="0" err="1">
                          <a:solidFill>
                            <a:srgbClr val="202C8F"/>
                          </a:solidFill>
                          <a:latin typeface="Courier New" panose="02070309020205020404" pitchFamily="49" charset="0"/>
                        </a:rPr>
                        <a:t>a,b</a:t>
                      </a:r>
                      <a:r>
                        <a:rPr lang="en-US" sz="1800" dirty="0">
                          <a:solidFill>
                            <a:srgbClr val="202C8F"/>
                          </a:solidFill>
                          <a:latin typeface="Courier New" panose="02070309020205020404" pitchFamily="49" charset="0"/>
                        </a:rPr>
                        <a:t>){ return </a:t>
                      </a:r>
                      <a:r>
                        <a:rPr lang="en-US" sz="1800" dirty="0" err="1">
                          <a:solidFill>
                            <a:srgbClr val="202C8F"/>
                          </a:solidFill>
                          <a:latin typeface="Courier New" panose="02070309020205020404" pitchFamily="49" charset="0"/>
                        </a:rPr>
                        <a:t>a+b</a:t>
                      </a:r>
                      <a:r>
                        <a:rPr lang="en-US" sz="1800" dirty="0">
                          <a:solidFill>
                            <a:srgbClr val="202C8F"/>
                          </a:solidFill>
                          <a:latin typeface="Courier New" panose="02070309020205020404" pitchFamily="49" charset="0"/>
                        </a:rPr>
                        <a:t>;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3227099"/>
                  </a:ext>
                </a:extLst>
              </a:tr>
              <a:tr h="299232">
                <a:tc>
                  <a:txBody>
                    <a:bodyPr/>
                    <a:lstStyle/>
                    <a:p>
                      <a:pPr algn="ctr">
                        <a:buNone/>
                      </a:pPr>
                      <a:r>
                        <a:rPr lang="en-US" sz="1800">
                          <a:solidFill>
                            <a:srgbClr val="202C8F"/>
                          </a:solidFill>
                        </a:rPr>
                        <a:t>4</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Arrow Function (ES6)</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Shorter syntax using </a:t>
                      </a:r>
                      <a:r>
                        <a:rPr lang="en-US" sz="1800">
                          <a:solidFill>
                            <a:srgbClr val="202C8F"/>
                          </a:solidFill>
                          <a:latin typeface="Courier New" panose="02070309020205020404" pitchFamily="49" charset="0"/>
                        </a:rPr>
                        <a:t>=&gt;</a:t>
                      </a:r>
                      <a:r>
                        <a:rPr lang="en-US" sz="1800">
                          <a:solidFill>
                            <a:srgbClr val="202C8F"/>
                          </a:solidFill>
                        </a:rPr>
                        <a:t>. Does not have its own </a:t>
                      </a:r>
                      <a:r>
                        <a:rPr lang="en-US" sz="1800">
                          <a:solidFill>
                            <a:srgbClr val="202C8F"/>
                          </a:solidFill>
                          <a:latin typeface="Courier New" panose="02070309020205020404" pitchFamily="49" charset="0"/>
                        </a:rPr>
                        <a:t>this</a:t>
                      </a:r>
                      <a:r>
                        <a:rPr lang="en-US" sz="1800">
                          <a:solidFill>
                            <a:srgbClr val="202C8F"/>
                          </a:solidFill>
                        </a:rPr>
                        <a:t> binding.</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t-BR" sz="1800" dirty="0">
                          <a:solidFill>
                            <a:srgbClr val="202C8F"/>
                          </a:solidFill>
                          <a:latin typeface="Courier New" panose="02070309020205020404" pitchFamily="49" charset="0"/>
                        </a:rPr>
                        <a:t>const square = n =&gt; n*n;</a:t>
                      </a:r>
                      <a:endParaRPr lang="pt-BR"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7420601"/>
                  </a:ext>
                </a:extLst>
              </a:tr>
              <a:tr h="389001">
                <a:tc>
                  <a:txBody>
                    <a:bodyPr/>
                    <a:lstStyle/>
                    <a:p>
                      <a:pPr algn="ctr">
                        <a:buNone/>
                      </a:pPr>
                      <a:r>
                        <a:rPr lang="en-US" sz="1800" dirty="0">
                          <a:solidFill>
                            <a:srgbClr val="202C8F"/>
                          </a:solidFill>
                        </a:rPr>
                        <a:t>5</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IIFE (Immediately Invoked Function Expression)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A function that runs immediately after being defined. Used to create private scope.</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 (function(){ console.log("Run");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4198359"/>
                  </a:ext>
                </a:extLst>
              </a:tr>
              <a:tr h="389001">
                <a:tc>
                  <a:txBody>
                    <a:bodyPr/>
                    <a:lstStyle/>
                    <a:p>
                      <a:pPr algn="ctr">
                        <a:buNone/>
                      </a:pPr>
                      <a:r>
                        <a:rPr lang="en-US" sz="1800">
                          <a:solidFill>
                            <a:srgbClr val="202C8F"/>
                          </a:solidFill>
                        </a:rPr>
                        <a:t>6</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Callback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A function passed as an argument to another function and executed later.</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num(n, </a:t>
                      </a:r>
                      <a:r>
                        <a:rPr lang="en-US" sz="1800" dirty="0" err="1">
                          <a:solidFill>
                            <a:srgbClr val="202C8F"/>
                          </a:solidFill>
                          <a:latin typeface="Courier New" panose="02070309020205020404" pitchFamily="49" charset="0"/>
                        </a:rPr>
                        <a:t>cb</a:t>
                      </a:r>
                      <a:r>
                        <a:rPr lang="en-US" sz="1800" dirty="0">
                          <a:solidFill>
                            <a:srgbClr val="202C8F"/>
                          </a:solidFill>
                          <a:latin typeface="Courier New" panose="02070309020205020404" pitchFamily="49" charset="0"/>
                        </a:rPr>
                        <a:t>){ return </a:t>
                      </a:r>
                      <a:r>
                        <a:rPr lang="en-US" sz="1800" dirty="0" err="1">
                          <a:solidFill>
                            <a:srgbClr val="202C8F"/>
                          </a:solidFill>
                          <a:latin typeface="Courier New" panose="02070309020205020404" pitchFamily="49" charset="0"/>
                        </a:rPr>
                        <a:t>cb</a:t>
                      </a:r>
                      <a:r>
                        <a:rPr lang="en-US" sz="1800" dirty="0">
                          <a:solidFill>
                            <a:srgbClr val="202C8F"/>
                          </a:solidFill>
                          <a:latin typeface="Courier New" panose="02070309020205020404" pitchFamily="49" charset="0"/>
                        </a:rPr>
                        <a:t>(n);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7929488"/>
                  </a:ext>
                </a:extLst>
              </a:tr>
            </a:tbl>
          </a:graphicData>
        </a:graphic>
      </p:graphicFrame>
      <p:sp>
        <p:nvSpPr>
          <p:cNvPr id="5" name="TextBox 4">
            <a:extLst>
              <a:ext uri="{FF2B5EF4-FFF2-40B4-BE49-F238E27FC236}">
                <a16:creationId xmlns:a16="http://schemas.microsoft.com/office/drawing/2014/main" id="{2A35BF34-54E6-03E8-AE08-03BC6A87385B}"/>
              </a:ext>
            </a:extLst>
          </p:cNvPr>
          <p:cNvSpPr txBox="1"/>
          <p:nvPr/>
        </p:nvSpPr>
        <p:spPr>
          <a:xfrm>
            <a:off x="2233422" y="227983"/>
            <a:ext cx="6094476" cy="915635"/>
          </a:xfrm>
          <a:prstGeom prst="rect">
            <a:avLst/>
          </a:prstGeom>
          <a:noFill/>
        </p:spPr>
        <p:txBody>
          <a:bodyPr wrap="square">
            <a:spAutoFit/>
          </a:bodyPr>
          <a:lstStyle/>
          <a:p>
            <a:pPr algn="ctr" fontAlgn="base">
              <a:lnSpc>
                <a:spcPts val="2100"/>
              </a:lnSpc>
              <a:buNone/>
            </a:pPr>
            <a:r>
              <a:rPr lang="en-US" b="1" i="0" dirty="0">
                <a:solidFill>
                  <a:srgbClr val="202C8F"/>
                </a:solidFill>
                <a:effectLst/>
                <a:latin typeface="Nunito" pitchFamily="2" charset="0"/>
              </a:rPr>
              <a:t>Type of Functions</a:t>
            </a:r>
          </a:p>
          <a:p>
            <a:pPr algn="ctr">
              <a:buNone/>
            </a:pPr>
            <a:br>
              <a:rPr lang="en-US" dirty="0">
                <a:solidFill>
                  <a:srgbClr val="202C8F"/>
                </a:solidFill>
              </a:rPr>
            </a:br>
            <a:endParaRPr lang="en-US" dirty="0">
              <a:solidFill>
                <a:srgbClr val="202C8F"/>
              </a:solidFill>
            </a:endParaRPr>
          </a:p>
        </p:txBody>
      </p:sp>
    </p:spTree>
    <p:extLst>
      <p:ext uri="{BB962C8B-B14F-4D97-AF65-F5344CB8AC3E}">
        <p14:creationId xmlns:p14="http://schemas.microsoft.com/office/powerpoint/2010/main" val="41981628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46379-0D38-F7ED-33F2-C32FB27F4A90}"/>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3F3985CF-C004-F3D5-3B15-281F046A9B77}"/>
              </a:ext>
            </a:extLst>
          </p:cNvPr>
          <p:cNvGraphicFramePr>
            <a:graphicFrameLocks noGrp="1"/>
          </p:cNvGraphicFramePr>
          <p:nvPr>
            <p:ph sz="quarter" idx="4"/>
            <p:extLst>
              <p:ext uri="{D42A27DB-BD31-4B8C-83A1-F6EECF244321}">
                <p14:modId xmlns:p14="http://schemas.microsoft.com/office/powerpoint/2010/main" val="2747888699"/>
              </p:ext>
            </p:extLst>
          </p:nvPr>
        </p:nvGraphicFramePr>
        <p:xfrm>
          <a:off x="365125" y="254000"/>
          <a:ext cx="11430000" cy="5481396"/>
        </p:xfrm>
        <a:graphic>
          <a:graphicData uri="http://schemas.openxmlformats.org/drawingml/2006/table">
            <a:tbl>
              <a:tblPr/>
              <a:tblGrid>
                <a:gridCol w="988187">
                  <a:extLst>
                    <a:ext uri="{9D8B030D-6E8A-4147-A177-3AD203B41FA5}">
                      <a16:colId xmlns:a16="http://schemas.microsoft.com/office/drawing/2014/main" val="3504761142"/>
                    </a:ext>
                  </a:extLst>
                </a:gridCol>
                <a:gridCol w="3017520">
                  <a:extLst>
                    <a:ext uri="{9D8B030D-6E8A-4147-A177-3AD203B41FA5}">
                      <a16:colId xmlns:a16="http://schemas.microsoft.com/office/drawing/2014/main" val="3784502902"/>
                    </a:ext>
                  </a:extLst>
                </a:gridCol>
                <a:gridCol w="3310128">
                  <a:extLst>
                    <a:ext uri="{9D8B030D-6E8A-4147-A177-3AD203B41FA5}">
                      <a16:colId xmlns:a16="http://schemas.microsoft.com/office/drawing/2014/main" val="887846799"/>
                    </a:ext>
                  </a:extLst>
                </a:gridCol>
                <a:gridCol w="4114165">
                  <a:extLst>
                    <a:ext uri="{9D8B030D-6E8A-4147-A177-3AD203B41FA5}">
                      <a16:colId xmlns:a16="http://schemas.microsoft.com/office/drawing/2014/main" val="979017637"/>
                    </a:ext>
                  </a:extLst>
                </a:gridCol>
              </a:tblGrid>
              <a:tr h="389001">
                <a:tc>
                  <a:txBody>
                    <a:bodyPr/>
                    <a:lstStyle/>
                    <a:p>
                      <a:pPr algn="ctr">
                        <a:buNone/>
                      </a:pPr>
                      <a:r>
                        <a:rPr lang="en-US" sz="1800" dirty="0">
                          <a:solidFill>
                            <a:srgbClr val="202C8F"/>
                          </a:solidFill>
                        </a:rPr>
                        <a:t>7</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Constructor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Used to create multiple objects using </a:t>
                      </a:r>
                      <a:r>
                        <a:rPr lang="en-US" sz="1800">
                          <a:solidFill>
                            <a:srgbClr val="202C8F"/>
                          </a:solidFill>
                          <a:latin typeface="Courier New" panose="02070309020205020404" pitchFamily="49" charset="0"/>
                        </a:rPr>
                        <a:t>new</a:t>
                      </a:r>
                      <a:r>
                        <a:rPr lang="en-US" sz="1800">
                          <a:solidFill>
                            <a:srgbClr val="202C8F"/>
                          </a:solidFill>
                        </a:rPr>
                        <a:t> keyword.</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Person(name){ this.name=name;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9229612"/>
                  </a:ext>
                </a:extLst>
              </a:tr>
              <a:tr h="389001">
                <a:tc>
                  <a:txBody>
                    <a:bodyPr/>
                    <a:lstStyle/>
                    <a:p>
                      <a:pPr algn="ctr">
                        <a:buNone/>
                      </a:pPr>
                      <a:r>
                        <a:rPr lang="en-US" sz="1800" dirty="0">
                          <a:solidFill>
                            <a:srgbClr val="202C8F"/>
                          </a:solidFill>
                        </a:rPr>
                        <a:t>8</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Async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Declared with </a:t>
                      </a:r>
                      <a:r>
                        <a:rPr lang="en-US" sz="1800">
                          <a:solidFill>
                            <a:srgbClr val="202C8F"/>
                          </a:solidFill>
                          <a:latin typeface="Courier New" panose="02070309020205020404" pitchFamily="49" charset="0"/>
                        </a:rPr>
                        <a:t>async</a:t>
                      </a:r>
                      <a:r>
                        <a:rPr lang="en-US" sz="1800">
                          <a:solidFill>
                            <a:srgbClr val="202C8F"/>
                          </a:solidFill>
                        </a:rPr>
                        <a:t>. Returns a Promise and supports </a:t>
                      </a:r>
                      <a:r>
                        <a:rPr lang="en-US" sz="1800">
                          <a:solidFill>
                            <a:srgbClr val="202C8F"/>
                          </a:solidFill>
                          <a:latin typeface="Courier New" panose="02070309020205020404" pitchFamily="49" charset="0"/>
                        </a:rPr>
                        <a:t>await</a:t>
                      </a:r>
                      <a:r>
                        <a:rPr lang="en-US" sz="1800">
                          <a:solidFill>
                            <a:srgbClr val="202C8F"/>
                          </a:solidFill>
                        </a:rPr>
                        <a:t>.</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async function </a:t>
                      </a:r>
                      <a:r>
                        <a:rPr lang="en-US" sz="1800" dirty="0" err="1">
                          <a:solidFill>
                            <a:srgbClr val="202C8F"/>
                          </a:solidFill>
                          <a:latin typeface="Courier New" panose="02070309020205020404" pitchFamily="49" charset="0"/>
                        </a:rPr>
                        <a:t>fetchData</a:t>
                      </a:r>
                      <a:r>
                        <a:rPr lang="en-US" sz="1800" dirty="0">
                          <a:solidFill>
                            <a:srgbClr val="202C8F"/>
                          </a:solidFill>
                          <a:latin typeface="Courier New" panose="02070309020205020404" pitchFamily="49" charset="0"/>
                        </a:rPr>
                        <a:t>(){ return "Data";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0545582"/>
                  </a:ext>
                </a:extLst>
              </a:tr>
              <a:tr h="389001">
                <a:tc>
                  <a:txBody>
                    <a:bodyPr/>
                    <a:lstStyle/>
                    <a:p>
                      <a:pPr algn="ctr">
                        <a:buNone/>
                      </a:pPr>
                      <a:r>
                        <a:rPr lang="en-US" sz="1800" dirty="0">
                          <a:solidFill>
                            <a:srgbClr val="202C8F"/>
                          </a:solidFill>
                        </a:rPr>
                        <a:t>9</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Generator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Declared using </a:t>
                      </a:r>
                      <a:r>
                        <a:rPr lang="en-US" sz="1800">
                          <a:solidFill>
                            <a:srgbClr val="202C8F"/>
                          </a:solidFill>
                          <a:latin typeface="Courier New" panose="02070309020205020404" pitchFamily="49" charset="0"/>
                        </a:rPr>
                        <a:t>function*</a:t>
                      </a:r>
                      <a:r>
                        <a:rPr lang="en-US" sz="1800">
                          <a:solidFill>
                            <a:srgbClr val="202C8F"/>
                          </a:solidFill>
                        </a:rPr>
                        <a:t>. Uses </a:t>
                      </a:r>
                      <a:r>
                        <a:rPr lang="en-US" sz="1800">
                          <a:solidFill>
                            <a:srgbClr val="202C8F"/>
                          </a:solidFill>
                          <a:latin typeface="Courier New" panose="02070309020205020404" pitchFamily="49" charset="0"/>
                        </a:rPr>
                        <a:t>yield</a:t>
                      </a:r>
                      <a:r>
                        <a:rPr lang="en-US" sz="1800">
                          <a:solidFill>
                            <a:srgbClr val="202C8F"/>
                          </a:solidFill>
                        </a:rPr>
                        <a:t> to pause execution.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a:t>
                      </a:r>
                      <a:r>
                        <a:rPr lang="en-US" sz="1800" dirty="0" err="1">
                          <a:solidFill>
                            <a:srgbClr val="202C8F"/>
                          </a:solidFill>
                          <a:latin typeface="Courier New" panose="02070309020205020404" pitchFamily="49" charset="0"/>
                        </a:rPr>
                        <a:t>nums</a:t>
                      </a:r>
                      <a:r>
                        <a:rPr lang="en-US" sz="1800" dirty="0">
                          <a:solidFill>
                            <a:srgbClr val="202C8F"/>
                          </a:solidFill>
                          <a:latin typeface="Courier New" panose="02070309020205020404" pitchFamily="49" charset="0"/>
                        </a:rPr>
                        <a:t>(){ yield 1; yield 2;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2363862"/>
                  </a:ext>
                </a:extLst>
              </a:tr>
              <a:tr h="478771">
                <a:tc>
                  <a:txBody>
                    <a:bodyPr/>
                    <a:lstStyle/>
                    <a:p>
                      <a:pPr algn="ctr">
                        <a:buNone/>
                      </a:pPr>
                      <a:r>
                        <a:rPr lang="en-US" sz="1800" dirty="0">
                          <a:solidFill>
                            <a:srgbClr val="202C8F"/>
                          </a:solidFill>
                        </a:rPr>
                        <a:t>10</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Recursive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A function that calls itself until a condition is satisfied.</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fact(n){ return n===0?1:n*fact(n-1);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2676951"/>
                  </a:ext>
                </a:extLst>
              </a:tr>
              <a:tr h="389001">
                <a:tc>
                  <a:txBody>
                    <a:bodyPr/>
                    <a:lstStyle/>
                    <a:p>
                      <a:pPr algn="ctr">
                        <a:buNone/>
                      </a:pPr>
                      <a:r>
                        <a:rPr lang="en-US" sz="1800">
                          <a:solidFill>
                            <a:srgbClr val="202C8F"/>
                          </a:solidFill>
                        </a:rPr>
                        <a:t>11</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Higher-Order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A function that takes another function as argument or returns a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a:t>
                      </a:r>
                      <a:r>
                        <a:rPr lang="en-US" sz="1800" dirty="0" err="1">
                          <a:solidFill>
                            <a:srgbClr val="202C8F"/>
                          </a:solidFill>
                          <a:latin typeface="Courier New" panose="02070309020205020404" pitchFamily="49" charset="0"/>
                        </a:rPr>
                        <a:t>multiplyBy</a:t>
                      </a:r>
                      <a:r>
                        <a:rPr lang="en-US" sz="1800" dirty="0">
                          <a:solidFill>
                            <a:srgbClr val="202C8F"/>
                          </a:solidFill>
                          <a:latin typeface="Courier New" panose="02070309020205020404" pitchFamily="49" charset="0"/>
                        </a:rPr>
                        <a:t>(x){ return y=&gt;x*y;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8676763"/>
                  </a:ext>
                </a:extLst>
              </a:tr>
              <a:tr h="389001">
                <a:tc>
                  <a:txBody>
                    <a:bodyPr/>
                    <a:lstStyle/>
                    <a:p>
                      <a:pPr algn="ctr">
                        <a:buNone/>
                      </a:pPr>
                      <a:r>
                        <a:rPr lang="en-US" sz="1800" dirty="0">
                          <a:solidFill>
                            <a:srgbClr val="202C8F"/>
                          </a:solidFill>
                        </a:rPr>
                        <a:t>12</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Nested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A function defined inside another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outer(){ function inner(){}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1043833"/>
                  </a:ext>
                </a:extLst>
              </a:tr>
              <a:tr h="299232">
                <a:tc>
                  <a:txBody>
                    <a:bodyPr/>
                    <a:lstStyle/>
                    <a:p>
                      <a:pPr algn="ctr">
                        <a:buNone/>
                      </a:pPr>
                      <a:r>
                        <a:rPr lang="en-US" sz="1800">
                          <a:solidFill>
                            <a:srgbClr val="202C8F"/>
                          </a:solidFill>
                        </a:rPr>
                        <a:t>13</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rPr>
                        <a:t>Pure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Returns same output for same input and has no side effects.</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add(</a:t>
                      </a:r>
                      <a:r>
                        <a:rPr lang="en-US" sz="1800" dirty="0" err="1">
                          <a:solidFill>
                            <a:srgbClr val="202C8F"/>
                          </a:solidFill>
                          <a:latin typeface="Courier New" panose="02070309020205020404" pitchFamily="49" charset="0"/>
                        </a:rPr>
                        <a:t>a,b</a:t>
                      </a:r>
                      <a:r>
                        <a:rPr lang="en-US" sz="1800" dirty="0">
                          <a:solidFill>
                            <a:srgbClr val="202C8F"/>
                          </a:solidFill>
                          <a:latin typeface="Courier New" panose="02070309020205020404" pitchFamily="49" charset="0"/>
                        </a:rPr>
                        <a:t>){ return </a:t>
                      </a:r>
                      <a:r>
                        <a:rPr lang="en-US" sz="1800" dirty="0" err="1">
                          <a:solidFill>
                            <a:srgbClr val="202C8F"/>
                          </a:solidFill>
                          <a:latin typeface="Courier New" panose="02070309020205020404" pitchFamily="49" charset="0"/>
                        </a:rPr>
                        <a:t>a+b</a:t>
                      </a:r>
                      <a:r>
                        <a:rPr lang="en-US" sz="1800" dirty="0">
                          <a:solidFill>
                            <a:srgbClr val="202C8F"/>
                          </a:solidFill>
                          <a:latin typeface="Courier New" panose="02070309020205020404" pitchFamily="49" charset="0"/>
                        </a:rPr>
                        <a:t>;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5904103"/>
                  </a:ext>
                </a:extLst>
              </a:tr>
              <a:tr h="389001">
                <a:tc>
                  <a:txBody>
                    <a:bodyPr/>
                    <a:lstStyle/>
                    <a:p>
                      <a:pPr algn="ctr">
                        <a:buNone/>
                      </a:pPr>
                      <a:r>
                        <a:rPr lang="en-US" sz="1800">
                          <a:solidFill>
                            <a:srgbClr val="202C8F"/>
                          </a:solidFill>
                        </a:rPr>
                        <a:t>14</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Default Parameter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Function with default parameter values.</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greet(name="Guest"){ return name;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3299386"/>
                  </a:ext>
                </a:extLst>
              </a:tr>
              <a:tr h="568540">
                <a:tc>
                  <a:txBody>
                    <a:bodyPr/>
                    <a:lstStyle/>
                    <a:p>
                      <a:pPr algn="ctr">
                        <a:buNone/>
                      </a:pPr>
                      <a:r>
                        <a:rPr lang="en-US" sz="1800">
                          <a:solidFill>
                            <a:srgbClr val="202C8F"/>
                          </a:solidFill>
                        </a:rPr>
                        <a:t>15</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Rest Parameter Function</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rgbClr val="202C8F"/>
                          </a:solidFill>
                        </a:rPr>
                        <a:t>Uses </a:t>
                      </a:r>
                      <a:r>
                        <a:rPr lang="en-US" sz="1800">
                          <a:solidFill>
                            <a:srgbClr val="202C8F"/>
                          </a:solidFill>
                          <a:latin typeface="Courier New" panose="02070309020205020404" pitchFamily="49" charset="0"/>
                        </a:rPr>
                        <a:t>...</a:t>
                      </a:r>
                      <a:r>
                        <a:rPr lang="en-US" sz="1800">
                          <a:solidFill>
                            <a:srgbClr val="202C8F"/>
                          </a:solidFill>
                        </a:rPr>
                        <a:t> to accept multiple arguments as an array.</a:t>
                      </a: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rgbClr val="202C8F"/>
                          </a:solidFill>
                          <a:latin typeface="Courier New" panose="02070309020205020404" pitchFamily="49" charset="0"/>
                        </a:rPr>
                        <a:t>function sum(...</a:t>
                      </a:r>
                      <a:r>
                        <a:rPr lang="en-US" sz="1800" dirty="0" err="1">
                          <a:solidFill>
                            <a:srgbClr val="202C8F"/>
                          </a:solidFill>
                          <a:latin typeface="Courier New" panose="02070309020205020404" pitchFamily="49" charset="0"/>
                        </a:rPr>
                        <a:t>nums</a:t>
                      </a:r>
                      <a:r>
                        <a:rPr lang="en-US" sz="1800" dirty="0">
                          <a:solidFill>
                            <a:srgbClr val="202C8F"/>
                          </a:solidFill>
                          <a:latin typeface="Courier New" panose="02070309020205020404" pitchFamily="49" charset="0"/>
                        </a:rPr>
                        <a:t>){ return </a:t>
                      </a:r>
                      <a:r>
                        <a:rPr lang="en-US" sz="1800" dirty="0" err="1">
                          <a:solidFill>
                            <a:srgbClr val="202C8F"/>
                          </a:solidFill>
                          <a:latin typeface="Courier New" panose="02070309020205020404" pitchFamily="49" charset="0"/>
                        </a:rPr>
                        <a:t>nums.reduce</a:t>
                      </a:r>
                      <a:r>
                        <a:rPr lang="en-US" sz="1800" dirty="0">
                          <a:solidFill>
                            <a:srgbClr val="202C8F"/>
                          </a:solidFill>
                          <a:latin typeface="Courier New" panose="02070309020205020404" pitchFamily="49" charset="0"/>
                        </a:rPr>
                        <a:t>((</a:t>
                      </a:r>
                      <a:r>
                        <a:rPr lang="en-US" sz="1800" dirty="0" err="1">
                          <a:solidFill>
                            <a:srgbClr val="202C8F"/>
                          </a:solidFill>
                          <a:latin typeface="Courier New" panose="02070309020205020404" pitchFamily="49" charset="0"/>
                        </a:rPr>
                        <a:t>a,b</a:t>
                      </a:r>
                      <a:r>
                        <a:rPr lang="en-US" sz="1800" dirty="0">
                          <a:solidFill>
                            <a:srgbClr val="202C8F"/>
                          </a:solidFill>
                          <a:latin typeface="Courier New" panose="02070309020205020404" pitchFamily="49" charset="0"/>
                        </a:rPr>
                        <a:t>)=&gt;</a:t>
                      </a:r>
                      <a:r>
                        <a:rPr lang="en-US" sz="1800" dirty="0" err="1">
                          <a:solidFill>
                            <a:srgbClr val="202C8F"/>
                          </a:solidFill>
                          <a:latin typeface="Courier New" panose="02070309020205020404" pitchFamily="49" charset="0"/>
                        </a:rPr>
                        <a:t>a+b</a:t>
                      </a:r>
                      <a:r>
                        <a:rPr lang="en-US" sz="1800" dirty="0">
                          <a:solidFill>
                            <a:srgbClr val="202C8F"/>
                          </a:solidFill>
                          <a:latin typeface="Courier New" panose="02070309020205020404" pitchFamily="49" charset="0"/>
                        </a:rPr>
                        <a:t>); }</a:t>
                      </a:r>
                      <a:endParaRPr lang="en-US" sz="1800" dirty="0">
                        <a:solidFill>
                          <a:srgbClr val="202C8F"/>
                        </a:solidFill>
                      </a:endParaRPr>
                    </a:p>
                  </a:txBody>
                  <a:tcPr marL="29923" marR="29923" marT="14962" marB="1496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8430655"/>
                  </a:ext>
                </a:extLst>
              </a:tr>
            </a:tbl>
          </a:graphicData>
        </a:graphic>
      </p:graphicFrame>
    </p:spTree>
    <p:extLst>
      <p:ext uri="{BB962C8B-B14F-4D97-AF65-F5344CB8AC3E}">
        <p14:creationId xmlns:p14="http://schemas.microsoft.com/office/powerpoint/2010/main" val="8627574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F9B77-F819-A7CE-F34A-D23729EB9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252F3-0511-EF65-8E6C-0B85F1A10FBE}"/>
              </a:ext>
            </a:extLst>
          </p:cNvPr>
          <p:cNvSpPr>
            <a:spLocks noGrp="1"/>
          </p:cNvSpPr>
          <p:nvPr>
            <p:ph type="title"/>
          </p:nvPr>
        </p:nvSpPr>
        <p:spPr>
          <a:xfrm>
            <a:off x="4364809" y="1057274"/>
            <a:ext cx="7043617" cy="2520217"/>
          </a:xfrm>
        </p:spPr>
        <p:txBody>
          <a:bodyPr/>
          <a:lstStyle/>
          <a:p>
            <a:r>
              <a:rPr lang="en-US" dirty="0"/>
              <a:t>JavaScript: Events</a:t>
            </a:r>
          </a:p>
        </p:txBody>
      </p:sp>
      <p:sp>
        <p:nvSpPr>
          <p:cNvPr id="3" name="Slide Number Placeholder 2">
            <a:extLst>
              <a:ext uri="{FF2B5EF4-FFF2-40B4-BE49-F238E27FC236}">
                <a16:creationId xmlns:a16="http://schemas.microsoft.com/office/drawing/2014/main" id="{99827217-9ADB-9371-231D-93CF07E5756E}"/>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61</a:t>
            </a:fld>
            <a:endParaRPr lang="en-US" dirty="0"/>
          </a:p>
        </p:txBody>
      </p:sp>
    </p:spTree>
    <p:extLst>
      <p:ext uri="{BB962C8B-B14F-4D97-AF65-F5344CB8AC3E}">
        <p14:creationId xmlns:p14="http://schemas.microsoft.com/office/powerpoint/2010/main" val="16564917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E0489-63D9-C676-52B5-A67C1BD7397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879491-444D-39AE-B4A8-9817F152F5DF}"/>
              </a:ext>
            </a:extLst>
          </p:cNvPr>
          <p:cNvSpPr>
            <a:spLocks noGrp="1"/>
          </p:cNvSpPr>
          <p:nvPr>
            <p:ph sz="quarter" idx="4"/>
          </p:nvPr>
        </p:nvSpPr>
        <p:spPr>
          <a:xfrm>
            <a:off x="365607" y="254772"/>
            <a:ext cx="10854081" cy="5954004"/>
          </a:xfrm>
        </p:spPr>
        <p:txBody>
          <a:bodyPr>
            <a:normAutofit fontScale="92500" lnSpcReduction="10000"/>
          </a:bodyPr>
          <a:lstStyle/>
          <a:p>
            <a:r>
              <a:rPr lang="en-US" dirty="0"/>
              <a:t>JavaScript Events are actions or occurrences that happen in the browser. They can be triggered by various user interactions or by the browser itself.</a:t>
            </a:r>
          </a:p>
          <a:p>
            <a:r>
              <a:rPr lang="en-US" dirty="0"/>
              <a:t>&lt;html&gt;</a:t>
            </a:r>
          </a:p>
          <a:p>
            <a:r>
              <a:rPr lang="en-US" dirty="0"/>
              <a:t>&lt;script&gt;</a:t>
            </a:r>
          </a:p>
          <a:p>
            <a:r>
              <a:rPr lang="en-US" dirty="0"/>
              <a:t>    function </a:t>
            </a:r>
            <a:r>
              <a:rPr lang="en-US" dirty="0" err="1"/>
              <a:t>myFun</a:t>
            </a:r>
            <a:r>
              <a:rPr lang="en-US" dirty="0"/>
              <a:t>() {</a:t>
            </a:r>
          </a:p>
          <a:p>
            <a:r>
              <a:rPr lang="en-US" dirty="0"/>
              <a:t>        </a:t>
            </a:r>
            <a:r>
              <a:rPr lang="en-US" dirty="0" err="1"/>
              <a:t>document.getElementById</a:t>
            </a:r>
            <a:r>
              <a:rPr lang="en-US" dirty="0"/>
              <a:t>(</a:t>
            </a:r>
          </a:p>
          <a:p>
            <a:r>
              <a:rPr lang="en-US" dirty="0"/>
              <a:t>            "</a:t>
            </a:r>
            <a:r>
              <a:rPr lang="en-US" dirty="0" err="1"/>
              <a:t>gfg</a:t>
            </a:r>
            <a:r>
              <a:rPr lang="en-US" dirty="0"/>
              <a:t>").</a:t>
            </a:r>
            <a:r>
              <a:rPr lang="en-US" dirty="0" err="1"/>
              <a:t>innerHTML</a:t>
            </a:r>
            <a:r>
              <a:rPr lang="en-US" dirty="0"/>
              <a:t> = "</a:t>
            </a:r>
            <a:r>
              <a:rPr lang="en-US" dirty="0" err="1"/>
              <a:t>GeeksforGeeks</a:t>
            </a:r>
            <a:r>
              <a:rPr lang="en-US" dirty="0"/>
              <a:t>";</a:t>
            </a:r>
          </a:p>
          <a:p>
            <a:r>
              <a:rPr lang="en-US" dirty="0"/>
              <a:t>    }</a:t>
            </a:r>
          </a:p>
          <a:p>
            <a:r>
              <a:rPr lang="en-US" dirty="0"/>
              <a:t>&lt;/script&gt;</a:t>
            </a:r>
          </a:p>
          <a:p>
            <a:r>
              <a:rPr lang="en-US" dirty="0"/>
              <a:t>&lt;body&gt;</a:t>
            </a:r>
          </a:p>
          <a:p>
            <a:r>
              <a:rPr lang="en-US" dirty="0"/>
              <a:t>    &lt;button onclick="</a:t>
            </a:r>
            <a:r>
              <a:rPr lang="en-US" dirty="0" err="1"/>
              <a:t>myFun</a:t>
            </a:r>
            <a:r>
              <a:rPr lang="en-US" dirty="0"/>
              <a:t>()"&gt;Click me&lt;/button&gt;</a:t>
            </a:r>
          </a:p>
          <a:p>
            <a:r>
              <a:rPr lang="en-US" dirty="0"/>
              <a:t>    &lt;p id="</a:t>
            </a:r>
            <a:r>
              <a:rPr lang="en-US" dirty="0" err="1"/>
              <a:t>gfg</a:t>
            </a:r>
            <a:r>
              <a:rPr lang="en-US" dirty="0"/>
              <a:t>"&gt;&lt;/p&gt;</a:t>
            </a:r>
          </a:p>
          <a:p>
            <a:r>
              <a:rPr lang="en-US" dirty="0"/>
              <a:t>&lt;/body&gt;</a:t>
            </a:r>
          </a:p>
          <a:p>
            <a:r>
              <a:rPr lang="en-US" dirty="0"/>
              <a:t>&lt;/html&gt;</a:t>
            </a:r>
          </a:p>
          <a:p>
            <a:pPr marL="285750" indent="-285750">
              <a:buFont typeface="Arial" panose="020B0604020202020204" pitchFamily="34" charset="0"/>
              <a:buChar char="•"/>
            </a:pPr>
            <a:r>
              <a:rPr lang="en-US" dirty="0"/>
              <a:t>The onclick attribute in the &lt;button&gt; calls the </a:t>
            </a:r>
            <a:r>
              <a:rPr lang="en-US" dirty="0" err="1"/>
              <a:t>myFun</a:t>
            </a:r>
            <a:r>
              <a:rPr lang="en-US" dirty="0"/>
              <a:t>() function when clicked.</a:t>
            </a:r>
          </a:p>
          <a:p>
            <a:pPr marL="285750" indent="-285750">
              <a:buFont typeface="Arial" panose="020B0604020202020204" pitchFamily="34" charset="0"/>
              <a:buChar char="•"/>
            </a:pPr>
            <a:r>
              <a:rPr lang="en-US" dirty="0"/>
              <a:t>The </a:t>
            </a:r>
            <a:r>
              <a:rPr lang="en-US" dirty="0" err="1"/>
              <a:t>myFun</a:t>
            </a:r>
            <a:r>
              <a:rPr lang="en-US" dirty="0"/>
              <a:t>() function updates the &lt;p&gt; element with id="</a:t>
            </a:r>
            <a:r>
              <a:rPr lang="en-US" dirty="0" err="1"/>
              <a:t>gfg</a:t>
            </a:r>
            <a:r>
              <a:rPr lang="en-US" dirty="0"/>
              <a:t>" by setting its </a:t>
            </a:r>
            <a:r>
              <a:rPr lang="en-US" dirty="0" err="1"/>
              <a:t>innerHTML</a:t>
            </a:r>
            <a:r>
              <a:rPr lang="en-US" dirty="0"/>
              <a:t> to "</a:t>
            </a:r>
            <a:r>
              <a:rPr lang="en-US" dirty="0" err="1"/>
              <a:t>GeeksforGeeks</a:t>
            </a:r>
            <a:r>
              <a:rPr lang="en-US" dirty="0"/>
              <a:t>".</a:t>
            </a:r>
          </a:p>
          <a:p>
            <a:pPr marL="285750" indent="-285750">
              <a:buFont typeface="Arial" panose="020B0604020202020204" pitchFamily="34" charset="0"/>
              <a:buChar char="•"/>
            </a:pPr>
            <a:r>
              <a:rPr lang="en-US" dirty="0"/>
              <a:t>Initially, the &lt;p&gt; is empty, and its content changes dynamically on button click.</a:t>
            </a:r>
          </a:p>
        </p:txBody>
      </p:sp>
    </p:spTree>
    <p:extLst>
      <p:ext uri="{BB962C8B-B14F-4D97-AF65-F5344CB8AC3E}">
        <p14:creationId xmlns:p14="http://schemas.microsoft.com/office/powerpoint/2010/main" val="1874826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5C904-8FD1-0DEF-32D0-D8D1AF23C2A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046D982-7654-F14E-C315-B7532E636A5F}"/>
              </a:ext>
            </a:extLst>
          </p:cNvPr>
          <p:cNvSpPr>
            <a:spLocks noGrp="1"/>
          </p:cNvSpPr>
          <p:nvPr>
            <p:ph sz="quarter" idx="4"/>
          </p:nvPr>
        </p:nvSpPr>
        <p:spPr>
          <a:xfrm>
            <a:off x="5904708" y="496824"/>
            <a:ext cx="5422545" cy="5954004"/>
          </a:xfrm>
        </p:spPr>
        <p:txBody>
          <a:bodyPr>
            <a:normAutofit/>
          </a:bodyPr>
          <a:lstStyle/>
          <a:p>
            <a:r>
              <a:rPr lang="en-US" b="1" dirty="0"/>
              <a:t>Common JavaScript Events</a:t>
            </a:r>
            <a:endParaRPr lang="en-US" dirty="0"/>
          </a:p>
          <a:p>
            <a:endParaRPr lang="en-US" dirty="0"/>
          </a:p>
        </p:txBody>
      </p:sp>
      <p:graphicFrame>
        <p:nvGraphicFramePr>
          <p:cNvPr id="3" name="Table 2">
            <a:extLst>
              <a:ext uri="{FF2B5EF4-FFF2-40B4-BE49-F238E27FC236}">
                <a16:creationId xmlns:a16="http://schemas.microsoft.com/office/drawing/2014/main" id="{4DB63D53-A6F2-3F57-DCDF-00088A01E54A}"/>
              </a:ext>
            </a:extLst>
          </p:cNvPr>
          <p:cNvGraphicFramePr>
            <a:graphicFrameLocks noGrp="1"/>
          </p:cNvGraphicFramePr>
          <p:nvPr>
            <p:extLst>
              <p:ext uri="{D42A27DB-BD31-4B8C-83A1-F6EECF244321}">
                <p14:modId xmlns:p14="http://schemas.microsoft.com/office/powerpoint/2010/main" val="2709803459"/>
              </p:ext>
            </p:extLst>
          </p:nvPr>
        </p:nvGraphicFramePr>
        <p:xfrm>
          <a:off x="5940552" y="1005697"/>
          <a:ext cx="6141141" cy="4361831"/>
        </p:xfrm>
        <a:graphic>
          <a:graphicData uri="http://schemas.openxmlformats.org/drawingml/2006/table">
            <a:tbl>
              <a:tblPr/>
              <a:tblGrid>
                <a:gridCol w="2079734">
                  <a:extLst>
                    <a:ext uri="{9D8B030D-6E8A-4147-A177-3AD203B41FA5}">
                      <a16:colId xmlns:a16="http://schemas.microsoft.com/office/drawing/2014/main" val="2924404932"/>
                    </a:ext>
                  </a:extLst>
                </a:gridCol>
                <a:gridCol w="4061407">
                  <a:extLst>
                    <a:ext uri="{9D8B030D-6E8A-4147-A177-3AD203B41FA5}">
                      <a16:colId xmlns:a16="http://schemas.microsoft.com/office/drawing/2014/main" val="433032686"/>
                    </a:ext>
                  </a:extLst>
                </a:gridCol>
              </a:tblGrid>
              <a:tr h="353171">
                <a:tc>
                  <a:txBody>
                    <a:bodyPr/>
                    <a:lstStyle/>
                    <a:p>
                      <a:pPr algn="ctr" fontAlgn="base">
                        <a:buNone/>
                      </a:pPr>
                      <a:r>
                        <a:rPr lang="en-US" sz="1200" b="1">
                          <a:effectLst/>
                          <a:latin typeface="Nunito" pitchFamily="2" charset="0"/>
                        </a:rPr>
                        <a:t>Event Attribute</a:t>
                      </a:r>
                    </a:p>
                  </a:txBody>
                  <a:tcPr marL="33318" marR="33318" marT="83295" marB="8329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200" b="1">
                          <a:effectLst/>
                          <a:latin typeface="Nunito" pitchFamily="2" charset="0"/>
                        </a:rPr>
                        <a:t>Description</a:t>
                      </a:r>
                    </a:p>
                  </a:txBody>
                  <a:tcPr marL="83295" marR="83295" marT="83295" marB="8329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48255332"/>
                  </a:ext>
                </a:extLst>
              </a:tr>
              <a:tr h="399817">
                <a:tc>
                  <a:txBody>
                    <a:bodyPr/>
                    <a:lstStyle/>
                    <a:p>
                      <a:pPr algn="ctr" fontAlgn="ctr">
                        <a:buNone/>
                      </a:pPr>
                      <a:r>
                        <a:rPr lang="en-US" sz="1100" b="0" u="sng">
                          <a:solidFill>
                            <a:srgbClr val="357960"/>
                          </a:solidFill>
                          <a:effectLst/>
                          <a:latin typeface="Nunito" pitchFamily="2" charset="0"/>
                          <a:hlinkClick r:id="rId2"/>
                        </a:rPr>
                        <a:t>onclick</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a:effectLst/>
                          <a:latin typeface="Nunito" pitchFamily="2" charset="0"/>
                        </a:rPr>
                        <a:t>Triggered when an element is clicked.</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90258396"/>
                  </a:ext>
                </a:extLst>
              </a:tr>
              <a:tr h="399817">
                <a:tc>
                  <a:txBody>
                    <a:bodyPr/>
                    <a:lstStyle/>
                    <a:p>
                      <a:pPr algn="ctr" fontAlgn="ctr">
                        <a:buNone/>
                      </a:pPr>
                      <a:r>
                        <a:rPr lang="en-US" sz="1100" b="0" u="sng">
                          <a:solidFill>
                            <a:srgbClr val="357960"/>
                          </a:solidFill>
                          <a:effectLst/>
                          <a:latin typeface="Nunito" pitchFamily="2" charset="0"/>
                          <a:hlinkClick r:id="rId3"/>
                        </a:rPr>
                        <a:t>onmouseover</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a:effectLst/>
                          <a:latin typeface="Nunito" pitchFamily="2" charset="0"/>
                        </a:rPr>
                        <a:t>Fired when the mouse pointer moves over an element.</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20177597"/>
                  </a:ext>
                </a:extLst>
              </a:tr>
              <a:tr h="399817">
                <a:tc>
                  <a:txBody>
                    <a:bodyPr/>
                    <a:lstStyle/>
                    <a:p>
                      <a:pPr algn="ctr" fontAlgn="ctr">
                        <a:buNone/>
                      </a:pPr>
                      <a:r>
                        <a:rPr lang="en-US" sz="1100" b="0" u="sng" dirty="0" err="1">
                          <a:solidFill>
                            <a:srgbClr val="357960"/>
                          </a:solidFill>
                          <a:effectLst/>
                          <a:latin typeface="Nunito" pitchFamily="2" charset="0"/>
                          <a:hlinkClick r:id="rId4"/>
                        </a:rPr>
                        <a:t>onmouseout</a:t>
                      </a:r>
                      <a:endParaRPr lang="en-US" sz="1100" b="0" dirty="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a:effectLst/>
                          <a:latin typeface="Nunito" pitchFamily="2" charset="0"/>
                        </a:rPr>
                        <a:t>Occurs when the mouse pointer leaves an element.</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08799520"/>
                  </a:ext>
                </a:extLst>
              </a:tr>
              <a:tr h="399817">
                <a:tc>
                  <a:txBody>
                    <a:bodyPr/>
                    <a:lstStyle/>
                    <a:p>
                      <a:pPr algn="ctr" fontAlgn="ctr">
                        <a:buNone/>
                      </a:pPr>
                      <a:r>
                        <a:rPr lang="en-US" sz="1100" b="0" u="sng">
                          <a:solidFill>
                            <a:srgbClr val="357960"/>
                          </a:solidFill>
                          <a:effectLst/>
                          <a:latin typeface="Nunito" pitchFamily="2" charset="0"/>
                          <a:hlinkClick r:id="rId5"/>
                        </a:rPr>
                        <a:t>onkeydown</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dirty="0">
                          <a:effectLst/>
                          <a:latin typeface="Nunito" pitchFamily="2" charset="0"/>
                        </a:rPr>
                        <a:t>Fired when a key is pressed down.</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78937668"/>
                  </a:ext>
                </a:extLst>
              </a:tr>
              <a:tr h="399817">
                <a:tc>
                  <a:txBody>
                    <a:bodyPr/>
                    <a:lstStyle/>
                    <a:p>
                      <a:pPr algn="ctr" fontAlgn="ctr">
                        <a:buNone/>
                      </a:pPr>
                      <a:r>
                        <a:rPr lang="en-US" sz="1100" b="0" u="sng">
                          <a:solidFill>
                            <a:srgbClr val="357960"/>
                          </a:solidFill>
                          <a:effectLst/>
                          <a:latin typeface="Nunito" pitchFamily="2" charset="0"/>
                          <a:hlinkClick r:id="rId6"/>
                        </a:rPr>
                        <a:t>onkeyup</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a:effectLst/>
                          <a:latin typeface="Nunito" pitchFamily="2" charset="0"/>
                        </a:rPr>
                        <a:t>Fired when a key is released.</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73021447"/>
                  </a:ext>
                </a:extLst>
              </a:tr>
              <a:tr h="399817">
                <a:tc>
                  <a:txBody>
                    <a:bodyPr/>
                    <a:lstStyle/>
                    <a:p>
                      <a:pPr algn="ctr" fontAlgn="ctr">
                        <a:buNone/>
                      </a:pPr>
                      <a:r>
                        <a:rPr lang="en-US" sz="1100" b="0" u="sng">
                          <a:solidFill>
                            <a:srgbClr val="357960"/>
                          </a:solidFill>
                          <a:effectLst/>
                          <a:latin typeface="Nunito" pitchFamily="2" charset="0"/>
                          <a:hlinkClick r:id="rId7"/>
                        </a:rPr>
                        <a:t>onchange</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a:effectLst/>
                          <a:latin typeface="Nunito" pitchFamily="2" charset="0"/>
                        </a:rPr>
                        <a:t>Triggered when the value of an input element changes.</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87259107"/>
                  </a:ext>
                </a:extLst>
              </a:tr>
              <a:tr h="399817">
                <a:tc>
                  <a:txBody>
                    <a:bodyPr/>
                    <a:lstStyle/>
                    <a:p>
                      <a:pPr algn="ctr" fontAlgn="ctr">
                        <a:buNone/>
                      </a:pPr>
                      <a:r>
                        <a:rPr lang="en-US" sz="1100" b="0" u="sng">
                          <a:solidFill>
                            <a:srgbClr val="357960"/>
                          </a:solidFill>
                          <a:effectLst/>
                          <a:latin typeface="Nunito" pitchFamily="2" charset="0"/>
                          <a:hlinkClick r:id="rId8"/>
                        </a:rPr>
                        <a:t>onload</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a:effectLst/>
                          <a:latin typeface="Nunito" pitchFamily="2" charset="0"/>
                        </a:rPr>
                        <a:t>Occurs when a page has finished loading.</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91131232"/>
                  </a:ext>
                </a:extLst>
              </a:tr>
              <a:tr h="399817">
                <a:tc>
                  <a:txBody>
                    <a:bodyPr/>
                    <a:lstStyle/>
                    <a:p>
                      <a:pPr algn="ctr" fontAlgn="ctr">
                        <a:buNone/>
                      </a:pPr>
                      <a:r>
                        <a:rPr lang="en-US" sz="1100" b="0" u="sng">
                          <a:solidFill>
                            <a:srgbClr val="357960"/>
                          </a:solidFill>
                          <a:effectLst/>
                          <a:latin typeface="Nunito" pitchFamily="2" charset="0"/>
                          <a:hlinkClick r:id="rId9"/>
                        </a:rPr>
                        <a:t>onsubmit</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a:effectLst/>
                          <a:latin typeface="Nunito" pitchFamily="2" charset="0"/>
                        </a:rPr>
                        <a:t>Fired when a form is submitted.</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00677218"/>
                  </a:ext>
                </a:extLst>
              </a:tr>
              <a:tr h="399817">
                <a:tc>
                  <a:txBody>
                    <a:bodyPr/>
                    <a:lstStyle/>
                    <a:p>
                      <a:pPr algn="ctr" fontAlgn="ctr">
                        <a:buNone/>
                      </a:pPr>
                      <a:r>
                        <a:rPr lang="en-US" sz="1100" b="0" u="sng">
                          <a:solidFill>
                            <a:srgbClr val="357960"/>
                          </a:solidFill>
                          <a:effectLst/>
                          <a:latin typeface="Nunito" pitchFamily="2" charset="0"/>
                          <a:hlinkClick r:id="rId10"/>
                        </a:rPr>
                        <a:t>onfocus</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a:effectLst/>
                          <a:latin typeface="Nunito" pitchFamily="2" charset="0"/>
                        </a:rPr>
                        <a:t>Occurs when an element gets focus.</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85583119"/>
                  </a:ext>
                </a:extLst>
              </a:tr>
              <a:tr h="399817">
                <a:tc>
                  <a:txBody>
                    <a:bodyPr/>
                    <a:lstStyle/>
                    <a:p>
                      <a:pPr algn="ctr" fontAlgn="ctr">
                        <a:buNone/>
                      </a:pPr>
                      <a:r>
                        <a:rPr lang="en-US" sz="1100" b="0" u="sng">
                          <a:solidFill>
                            <a:srgbClr val="357960"/>
                          </a:solidFill>
                          <a:effectLst/>
                          <a:latin typeface="Nunito" pitchFamily="2" charset="0"/>
                          <a:hlinkClick r:id="rId11"/>
                        </a:rPr>
                        <a:t>onblur</a:t>
                      </a:r>
                      <a:endParaRPr lang="en-US" sz="1100" b="0">
                        <a:effectLst/>
                        <a:latin typeface="Nunito" pitchFamily="2" charset="0"/>
                      </a:endParaRP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100" b="0" dirty="0">
                          <a:effectLst/>
                          <a:latin typeface="Nunito" pitchFamily="2" charset="0"/>
                        </a:rPr>
                        <a:t>Fired when an element loses focus.</a:t>
                      </a:r>
                    </a:p>
                  </a:txBody>
                  <a:tcPr marL="83295" marR="83295" marT="116613" marB="1166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834418"/>
                  </a:ext>
                </a:extLst>
              </a:tr>
            </a:tbl>
          </a:graphicData>
        </a:graphic>
      </p:graphicFrame>
      <p:sp>
        <p:nvSpPr>
          <p:cNvPr id="5" name="Content Placeholder 3">
            <a:extLst>
              <a:ext uri="{FF2B5EF4-FFF2-40B4-BE49-F238E27FC236}">
                <a16:creationId xmlns:a16="http://schemas.microsoft.com/office/drawing/2014/main" id="{DB4C9C83-98E8-9508-A6D5-7429C3EC1982}"/>
              </a:ext>
            </a:extLst>
          </p:cNvPr>
          <p:cNvSpPr txBox="1">
            <a:spLocks/>
          </p:cNvSpPr>
          <p:nvPr/>
        </p:nvSpPr>
        <p:spPr>
          <a:xfrm>
            <a:off x="518007" y="407172"/>
            <a:ext cx="5422545" cy="5954004"/>
          </a:xfrm>
          <a:prstGeom prst="rect">
            <a:avLst/>
          </a:prstGeom>
        </p:spPr>
        <p:txBody>
          <a:bodyPr vert="horz" lIns="91440" tIns="0" rIns="9144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accent6"/>
                </a:solidFill>
                <a:latin typeface="+mn-lt"/>
                <a:ea typeface="+mn-ea"/>
                <a:cs typeface="+mn-cs"/>
              </a:defRPr>
            </a:lvl1pPr>
            <a:lvl2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base"/>
            <a:r>
              <a:rPr lang="en-US" sz="2400" b="1"/>
              <a:t>Event Types</a:t>
            </a:r>
          </a:p>
          <a:p>
            <a:pPr fontAlgn="base"/>
            <a:r>
              <a:rPr lang="en-US"/>
              <a:t>JavaScript supports a variety of event types. Common categories include:</a:t>
            </a:r>
          </a:p>
          <a:p>
            <a:pPr fontAlgn="base"/>
            <a:r>
              <a:rPr lang="en-US" b="1"/>
              <a:t>Mouse Events: </a:t>
            </a:r>
            <a:r>
              <a:rPr lang="en-US"/>
              <a:t>click, dblclick, mousemove, mouseover, mouseout</a:t>
            </a:r>
          </a:p>
          <a:p>
            <a:pPr fontAlgn="base"/>
            <a:r>
              <a:rPr lang="en-US" b="1"/>
              <a:t>Keyboard Events:</a:t>
            </a:r>
            <a:r>
              <a:rPr lang="en-US"/>
              <a:t> keydown, keypress, keyup</a:t>
            </a:r>
          </a:p>
          <a:p>
            <a:pPr fontAlgn="base"/>
            <a:r>
              <a:rPr lang="en-US" b="1"/>
              <a:t>Form Events:</a:t>
            </a:r>
            <a:r>
              <a:rPr lang="en-US"/>
              <a:t> submit, change, focus, blur</a:t>
            </a:r>
          </a:p>
          <a:p>
            <a:pPr fontAlgn="base"/>
            <a:r>
              <a:rPr lang="en-US" b="1"/>
              <a:t>Window Events:</a:t>
            </a:r>
            <a:r>
              <a:rPr lang="en-US"/>
              <a:t> load, resize, scroll</a:t>
            </a:r>
          </a:p>
          <a:p>
            <a:pPr fontAlgn="base"/>
            <a:endParaRPr lang="en-US"/>
          </a:p>
          <a:p>
            <a:endParaRPr lang="en-US" dirty="0"/>
          </a:p>
        </p:txBody>
      </p:sp>
    </p:spTree>
    <p:extLst>
      <p:ext uri="{BB962C8B-B14F-4D97-AF65-F5344CB8AC3E}">
        <p14:creationId xmlns:p14="http://schemas.microsoft.com/office/powerpoint/2010/main" val="33156485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A8384-8C4E-17C6-0B73-9A4ED735595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4D1DEFB-A33C-6161-1C31-06284C5AC528}"/>
              </a:ext>
            </a:extLst>
          </p:cNvPr>
          <p:cNvSpPr>
            <a:spLocks noGrp="1"/>
          </p:cNvSpPr>
          <p:nvPr>
            <p:ph sz="quarter" idx="4"/>
          </p:nvPr>
        </p:nvSpPr>
        <p:spPr>
          <a:xfrm>
            <a:off x="365607" y="254772"/>
            <a:ext cx="10854081" cy="5954004"/>
          </a:xfrm>
        </p:spPr>
        <p:txBody>
          <a:bodyPr>
            <a:normAutofit/>
          </a:bodyPr>
          <a:lstStyle/>
          <a:p>
            <a:endParaRPr lang="en-US" dirty="0"/>
          </a:p>
          <a:p>
            <a:r>
              <a:rPr lang="en-US" dirty="0"/>
              <a:t>// Mouse Event</a:t>
            </a:r>
          </a:p>
          <a:p>
            <a:r>
              <a:rPr lang="en-US" dirty="0" err="1"/>
              <a:t>document.addEventListener</a:t>
            </a:r>
            <a:r>
              <a:rPr lang="en-US" dirty="0"/>
              <a:t>("</a:t>
            </a:r>
            <a:r>
              <a:rPr lang="en-US" dirty="0" err="1"/>
              <a:t>mousemove</a:t>
            </a:r>
            <a:r>
              <a:rPr lang="en-US" dirty="0"/>
              <a:t>", (e) =&gt; {</a:t>
            </a:r>
          </a:p>
          <a:p>
            <a:r>
              <a:rPr lang="en-US" dirty="0"/>
              <a:t>    console.log(`Mouse moved to (${</a:t>
            </a:r>
            <a:r>
              <a:rPr lang="en-US" dirty="0" err="1"/>
              <a:t>e.clientX</a:t>
            </a:r>
            <a:r>
              <a:rPr lang="en-US" dirty="0"/>
              <a:t>}, ${</a:t>
            </a:r>
            <a:r>
              <a:rPr lang="en-US" dirty="0" err="1"/>
              <a:t>e.clientY</a:t>
            </a:r>
            <a:r>
              <a:rPr lang="en-US" dirty="0"/>
              <a:t>})`);</a:t>
            </a:r>
          </a:p>
          <a:p>
            <a:r>
              <a:rPr lang="en-US" dirty="0"/>
              <a:t>});</a:t>
            </a:r>
          </a:p>
          <a:p>
            <a:endParaRPr lang="en-US" dirty="0"/>
          </a:p>
          <a:p>
            <a:r>
              <a:rPr lang="en-US" dirty="0"/>
              <a:t>// Keyboard Event</a:t>
            </a:r>
          </a:p>
          <a:p>
            <a:r>
              <a:rPr lang="en-US" dirty="0" err="1"/>
              <a:t>document.addEventListener</a:t>
            </a:r>
            <a:r>
              <a:rPr lang="en-US" dirty="0"/>
              <a:t>("</a:t>
            </a:r>
            <a:r>
              <a:rPr lang="en-US" dirty="0" err="1"/>
              <a:t>keydown</a:t>
            </a:r>
            <a:r>
              <a:rPr lang="en-US" dirty="0"/>
              <a:t>", (e) =&gt; {</a:t>
            </a:r>
          </a:p>
          <a:p>
            <a:r>
              <a:rPr lang="en-US" dirty="0"/>
              <a:t>    console.log(`Key pressed: ${</a:t>
            </a:r>
            <a:r>
              <a:rPr lang="en-US" dirty="0" err="1"/>
              <a:t>e.key</a:t>
            </a:r>
            <a:r>
              <a:rPr lang="en-US" dirty="0"/>
              <a:t>}`);</a:t>
            </a:r>
          </a:p>
          <a:p>
            <a:r>
              <a:rPr lang="en-US" dirty="0"/>
              <a:t>});</a:t>
            </a:r>
          </a:p>
          <a:p>
            <a:endParaRPr lang="en-US" dirty="0"/>
          </a:p>
          <a:p>
            <a:pPr marL="285750" indent="-285750" fontAlgn="base">
              <a:buFont typeface="Arial" panose="020B0604020202020204" pitchFamily="34" charset="0"/>
              <a:buChar char="•"/>
            </a:pPr>
            <a:r>
              <a:rPr lang="en-US" dirty="0"/>
              <a:t>The </a:t>
            </a:r>
            <a:r>
              <a:rPr lang="en-US" dirty="0" err="1"/>
              <a:t>mousemove</a:t>
            </a:r>
            <a:r>
              <a:rPr lang="en-US" dirty="0"/>
              <a:t> event tracks cursor movement.</a:t>
            </a:r>
          </a:p>
          <a:p>
            <a:pPr marL="285750" indent="-285750" fontAlgn="base">
              <a:buFont typeface="Arial" panose="020B0604020202020204" pitchFamily="34" charset="0"/>
              <a:buChar char="•"/>
            </a:pPr>
            <a:r>
              <a:rPr lang="en-US" dirty="0"/>
              <a:t>The </a:t>
            </a:r>
            <a:r>
              <a:rPr lang="en-US" dirty="0" err="1"/>
              <a:t>keydown</a:t>
            </a:r>
            <a:r>
              <a:rPr lang="en-US" dirty="0"/>
              <a:t> event captures key presses.</a:t>
            </a:r>
          </a:p>
          <a:p>
            <a:endParaRPr lang="en-US" dirty="0"/>
          </a:p>
        </p:txBody>
      </p:sp>
    </p:spTree>
    <p:extLst>
      <p:ext uri="{BB962C8B-B14F-4D97-AF65-F5344CB8AC3E}">
        <p14:creationId xmlns:p14="http://schemas.microsoft.com/office/powerpoint/2010/main" val="37330565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0EC2F-DED1-0DC3-7216-55665FF7BEE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1587398-49D1-8E3D-83B5-C004757F9DA3}"/>
              </a:ext>
            </a:extLst>
          </p:cNvPr>
          <p:cNvSpPr>
            <a:spLocks noGrp="1"/>
          </p:cNvSpPr>
          <p:nvPr>
            <p:ph sz="quarter" idx="4"/>
          </p:nvPr>
        </p:nvSpPr>
        <p:spPr>
          <a:xfrm>
            <a:off x="365607" y="254772"/>
            <a:ext cx="10854081" cy="5954004"/>
          </a:xfrm>
        </p:spPr>
        <p:txBody>
          <a:bodyPr>
            <a:normAutofit/>
          </a:bodyPr>
          <a:lstStyle/>
          <a:p>
            <a:pPr fontAlgn="base"/>
            <a:r>
              <a:rPr lang="en-US" b="1" dirty="0"/>
              <a:t>JavaScript Event Handlers</a:t>
            </a:r>
          </a:p>
          <a:p>
            <a:pPr fontAlgn="base"/>
            <a:r>
              <a:rPr lang="en-US" dirty="0"/>
              <a:t>Event handlers can be used to handle and verify user input, user actions, and browser actions:</a:t>
            </a:r>
          </a:p>
          <a:p>
            <a:pPr fontAlgn="base"/>
            <a:r>
              <a:rPr lang="en-US" dirty="0"/>
              <a:t>Things that should be done every time a page loads</a:t>
            </a:r>
          </a:p>
          <a:p>
            <a:pPr fontAlgn="base"/>
            <a:r>
              <a:rPr lang="en-US" dirty="0"/>
              <a:t>Things that should be done when the page is closed</a:t>
            </a:r>
          </a:p>
          <a:p>
            <a:pPr fontAlgn="base"/>
            <a:r>
              <a:rPr lang="en-US" dirty="0"/>
              <a:t>Action that should be performed when a user clicks a button</a:t>
            </a:r>
          </a:p>
          <a:p>
            <a:pPr fontAlgn="base"/>
            <a:r>
              <a:rPr lang="en-US" dirty="0"/>
              <a:t>Content that should be verified when a user inputs data</a:t>
            </a:r>
          </a:p>
          <a:p>
            <a:pPr fontAlgn="base"/>
            <a:r>
              <a:rPr lang="en-US" dirty="0"/>
              <a:t>And more ...</a:t>
            </a:r>
          </a:p>
          <a:p>
            <a:pPr fontAlgn="base"/>
            <a:r>
              <a:rPr lang="en-US" dirty="0"/>
              <a:t>Many different methods can be used to let JavaScript work with events:</a:t>
            </a:r>
          </a:p>
          <a:p>
            <a:pPr fontAlgn="base"/>
            <a:r>
              <a:rPr lang="en-US" dirty="0"/>
              <a:t>HTML event attributes can execute JavaScript code directly</a:t>
            </a:r>
          </a:p>
          <a:p>
            <a:pPr fontAlgn="base"/>
            <a:r>
              <a:rPr lang="en-US" dirty="0"/>
              <a:t>HTML event attributes can call JavaScript functions</a:t>
            </a:r>
          </a:p>
          <a:p>
            <a:pPr fontAlgn="base"/>
            <a:r>
              <a:rPr lang="en-US" dirty="0"/>
              <a:t>You can assign your own event handler functions to HTML elements</a:t>
            </a:r>
          </a:p>
          <a:p>
            <a:pPr fontAlgn="base"/>
            <a:r>
              <a:rPr lang="en-US" dirty="0"/>
              <a:t>You can prevent events from being sent or being handled</a:t>
            </a:r>
          </a:p>
          <a:p>
            <a:pPr fontAlgn="base"/>
            <a:r>
              <a:rPr lang="en-US" dirty="0"/>
              <a:t>And more ...</a:t>
            </a:r>
          </a:p>
          <a:p>
            <a:endParaRPr lang="en-US" dirty="0"/>
          </a:p>
        </p:txBody>
      </p:sp>
    </p:spTree>
    <p:extLst>
      <p:ext uri="{BB962C8B-B14F-4D97-AF65-F5344CB8AC3E}">
        <p14:creationId xmlns:p14="http://schemas.microsoft.com/office/powerpoint/2010/main" val="35003201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CEF30-5D58-128B-2C3D-AAC9A672BCF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7102881-82F1-B44C-A700-59DDD19A341C}"/>
              </a:ext>
            </a:extLst>
          </p:cNvPr>
          <p:cNvSpPr>
            <a:spLocks noGrp="1"/>
          </p:cNvSpPr>
          <p:nvPr>
            <p:ph sz="quarter" idx="4"/>
          </p:nvPr>
        </p:nvSpPr>
        <p:spPr>
          <a:xfrm>
            <a:off x="365607" y="254772"/>
            <a:ext cx="10854081" cy="5954004"/>
          </a:xfrm>
        </p:spPr>
        <p:txBody>
          <a:bodyPr>
            <a:normAutofit/>
          </a:bodyPr>
          <a:lstStyle/>
          <a:p>
            <a:pPr algn="ctr" fontAlgn="base"/>
            <a:r>
              <a:rPr lang="en-US" sz="2400" b="1" dirty="0"/>
              <a:t>Event Handling Methods</a:t>
            </a:r>
          </a:p>
          <a:p>
            <a:pPr fontAlgn="base"/>
            <a:r>
              <a:rPr lang="en-US" b="1" dirty="0"/>
              <a:t>1. Inline HTML Handlers</a:t>
            </a:r>
            <a:endParaRPr lang="en-US" dirty="0"/>
          </a:p>
          <a:p>
            <a:pPr fontAlgn="base"/>
            <a:r>
              <a:rPr lang="en-US" dirty="0"/>
              <a:t>&lt;button onclick="alert('Button clicked!')"&gt;Click Me&lt;/button&gt;</a:t>
            </a:r>
          </a:p>
          <a:p>
            <a:pPr fontAlgn="base"/>
            <a:r>
              <a:rPr lang="en-US" b="1" dirty="0"/>
              <a:t>2. DOM Property Handlers</a:t>
            </a:r>
            <a:endParaRPr lang="en-US" dirty="0"/>
          </a:p>
          <a:p>
            <a:pPr fontAlgn="base"/>
            <a:r>
              <a:rPr lang="en-US" dirty="0"/>
              <a:t>let </a:t>
            </a:r>
            <a:r>
              <a:rPr lang="en-US" dirty="0" err="1"/>
              <a:t>btn</a:t>
            </a:r>
            <a:r>
              <a:rPr lang="en-US" dirty="0"/>
              <a:t> = </a:t>
            </a:r>
            <a:r>
              <a:rPr lang="en-US" dirty="0" err="1"/>
              <a:t>document.getElementById</a:t>
            </a:r>
            <a:r>
              <a:rPr lang="en-US" dirty="0"/>
              <a:t>("</a:t>
            </a:r>
            <a:r>
              <a:rPr lang="en-US" dirty="0" err="1"/>
              <a:t>myButton</a:t>
            </a:r>
            <a:r>
              <a:rPr lang="en-US" dirty="0"/>
              <a:t>");</a:t>
            </a:r>
            <a:br>
              <a:rPr lang="en-US" dirty="0"/>
            </a:br>
            <a:r>
              <a:rPr lang="en-US" dirty="0" err="1"/>
              <a:t>btn.onclick</a:t>
            </a:r>
            <a:r>
              <a:rPr lang="en-US" dirty="0"/>
              <a:t> = () =&gt; {</a:t>
            </a:r>
            <a:br>
              <a:rPr lang="en-US" dirty="0"/>
            </a:br>
            <a:r>
              <a:rPr lang="en-US" dirty="0"/>
              <a:t>      alert("Button clicked!");</a:t>
            </a:r>
            <a:br>
              <a:rPr lang="en-US" dirty="0"/>
            </a:br>
            <a:r>
              <a:rPr lang="en-US" dirty="0"/>
              <a:t>};</a:t>
            </a:r>
          </a:p>
          <a:p>
            <a:pPr fontAlgn="base"/>
            <a:r>
              <a:rPr lang="en-US" b="1" dirty="0"/>
              <a:t>3. </a:t>
            </a:r>
            <a:r>
              <a:rPr lang="en-US" b="1" dirty="0" err="1"/>
              <a:t>addEventListener</a:t>
            </a:r>
            <a:r>
              <a:rPr lang="en-US" b="1" dirty="0"/>
              <a:t>() (Preferred)</a:t>
            </a:r>
            <a:endParaRPr lang="en-US" dirty="0"/>
          </a:p>
          <a:p>
            <a:pPr fontAlgn="base"/>
            <a:r>
              <a:rPr lang="en-US" dirty="0" err="1"/>
              <a:t>btn.addEventListener</a:t>
            </a:r>
            <a:r>
              <a:rPr lang="en-US" dirty="0"/>
              <a:t>("click", () =&gt; {</a:t>
            </a:r>
            <a:br>
              <a:rPr lang="en-US" dirty="0"/>
            </a:br>
            <a:r>
              <a:rPr lang="en-US" dirty="0"/>
              <a:t>    alert("Button clicked using </a:t>
            </a:r>
            <a:r>
              <a:rPr lang="en-US" dirty="0" err="1"/>
              <a:t>addEventListener</a:t>
            </a:r>
            <a:r>
              <a:rPr lang="en-US" dirty="0"/>
              <a:t>!");</a:t>
            </a:r>
            <a:br>
              <a:rPr lang="en-US" dirty="0"/>
            </a:br>
            <a:r>
              <a:rPr lang="en-US" dirty="0"/>
              <a:t>});</a:t>
            </a:r>
          </a:p>
          <a:p>
            <a:pPr fontAlgn="base"/>
            <a:r>
              <a:rPr lang="en-US" dirty="0" err="1"/>
              <a:t>addEventListener</a:t>
            </a:r>
            <a:r>
              <a:rPr lang="en-US" dirty="0"/>
              <a:t>() is the most versatile and recommended method as it supports multiple event listeners and removal of listeners.</a:t>
            </a:r>
          </a:p>
          <a:p>
            <a:endParaRPr lang="en-US" dirty="0"/>
          </a:p>
        </p:txBody>
      </p:sp>
    </p:spTree>
    <p:extLst>
      <p:ext uri="{BB962C8B-B14F-4D97-AF65-F5344CB8AC3E}">
        <p14:creationId xmlns:p14="http://schemas.microsoft.com/office/powerpoint/2010/main" val="17869199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1561-20EA-8018-F1E2-34F2AFECCEF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CE7D6FF-28FD-73E8-FA57-2AEA89187077}"/>
              </a:ext>
            </a:extLst>
          </p:cNvPr>
          <p:cNvSpPr>
            <a:spLocks noGrp="1"/>
          </p:cNvSpPr>
          <p:nvPr>
            <p:ph sz="quarter" idx="4"/>
          </p:nvPr>
        </p:nvSpPr>
        <p:spPr>
          <a:xfrm>
            <a:off x="365607" y="254772"/>
            <a:ext cx="10854081" cy="5954004"/>
          </a:xfrm>
        </p:spPr>
        <p:txBody>
          <a:bodyPr>
            <a:normAutofit lnSpcReduction="10000"/>
          </a:bodyPr>
          <a:lstStyle/>
          <a:p>
            <a:pPr algn="ctr"/>
            <a:r>
              <a:rPr lang="en-US" sz="2400" b="1" dirty="0"/>
              <a:t>Event Propagation</a:t>
            </a:r>
          </a:p>
          <a:p>
            <a:r>
              <a:rPr lang="en-US" dirty="0"/>
              <a:t>JavaScript events propagate in two phases:</a:t>
            </a:r>
          </a:p>
          <a:p>
            <a:endParaRPr lang="en-US" dirty="0"/>
          </a:p>
          <a:p>
            <a:pPr marL="285750" indent="-285750">
              <a:buFont typeface="Arial" panose="020B0604020202020204" pitchFamily="34" charset="0"/>
              <a:buChar char="•"/>
            </a:pPr>
            <a:r>
              <a:rPr lang="en-US" dirty="0"/>
              <a:t>Capturing Phase: Event travels from the root to the target element.</a:t>
            </a:r>
          </a:p>
          <a:p>
            <a:pPr marL="285750" indent="-285750">
              <a:buFont typeface="Arial" panose="020B0604020202020204" pitchFamily="34" charset="0"/>
              <a:buChar char="•"/>
            </a:pPr>
            <a:r>
              <a:rPr lang="en-US" dirty="0"/>
              <a:t>Bubbling Phase: Event travels from the target element back to the root.</a:t>
            </a:r>
          </a:p>
          <a:p>
            <a:endParaRPr lang="en-US" dirty="0"/>
          </a:p>
          <a:p>
            <a:r>
              <a:rPr lang="en-US" dirty="0" err="1"/>
              <a:t>document.querySelector</a:t>
            </a:r>
            <a:r>
              <a:rPr lang="en-US" dirty="0"/>
              <a:t>("div").</a:t>
            </a:r>
            <a:r>
              <a:rPr lang="en-US" dirty="0" err="1"/>
              <a:t>addEventListener</a:t>
            </a:r>
            <a:r>
              <a:rPr lang="en-US" dirty="0"/>
              <a:t>("click", () =&gt; {</a:t>
            </a:r>
          </a:p>
          <a:p>
            <a:r>
              <a:rPr lang="en-US" dirty="0"/>
              <a:t>    console.log("Div clicked");</a:t>
            </a:r>
          </a:p>
          <a:p>
            <a:r>
              <a:rPr lang="en-US" dirty="0"/>
              <a:t>}, true); // Capturing phase</a:t>
            </a:r>
          </a:p>
          <a:p>
            <a:endParaRPr lang="en-US" dirty="0"/>
          </a:p>
          <a:p>
            <a:r>
              <a:rPr lang="en-US" dirty="0" err="1"/>
              <a:t>button.addEventListener</a:t>
            </a:r>
            <a:r>
              <a:rPr lang="en-US" dirty="0"/>
              <a:t>("click", (e) =&gt; {</a:t>
            </a:r>
          </a:p>
          <a:p>
            <a:r>
              <a:rPr lang="en-US" dirty="0"/>
              <a:t>    console.log("Button clicked");</a:t>
            </a:r>
          </a:p>
          <a:p>
            <a:r>
              <a:rPr lang="en-US" dirty="0"/>
              <a:t>    </a:t>
            </a:r>
            <a:r>
              <a:rPr lang="en-US" dirty="0" err="1"/>
              <a:t>e.stopPropagation</a:t>
            </a:r>
            <a:r>
              <a:rPr lang="en-US" dirty="0"/>
              <a:t>(); // Stops propagation</a:t>
            </a:r>
          </a:p>
          <a:p>
            <a:r>
              <a:rPr lang="en-US" dirty="0"/>
              <a:t>});</a:t>
            </a:r>
          </a:p>
          <a:p>
            <a:pPr marL="285750" indent="-285750">
              <a:buFont typeface="Arial" panose="020B0604020202020204" pitchFamily="34" charset="0"/>
              <a:buChar char="•"/>
            </a:pPr>
            <a:r>
              <a:rPr lang="en-US" dirty="0"/>
              <a:t>Setting true in </a:t>
            </a:r>
            <a:r>
              <a:rPr lang="en-US" dirty="0" err="1"/>
              <a:t>addEventListener</a:t>
            </a:r>
            <a:r>
              <a:rPr lang="en-US" dirty="0"/>
              <a:t> makes it capture events during the capturing phase.</a:t>
            </a:r>
          </a:p>
          <a:p>
            <a:pPr marL="285750" indent="-285750">
              <a:buFont typeface="Arial" panose="020B0604020202020204" pitchFamily="34" charset="0"/>
              <a:buChar char="•"/>
            </a:pPr>
            <a:r>
              <a:rPr lang="en-US" dirty="0" err="1"/>
              <a:t>stopPropagation</a:t>
            </a:r>
            <a:r>
              <a:rPr lang="en-US" dirty="0"/>
              <a:t>() halts further propagation.</a:t>
            </a:r>
          </a:p>
        </p:txBody>
      </p:sp>
    </p:spTree>
    <p:extLst>
      <p:ext uri="{BB962C8B-B14F-4D97-AF65-F5344CB8AC3E}">
        <p14:creationId xmlns:p14="http://schemas.microsoft.com/office/powerpoint/2010/main" val="32908481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6874-E624-1270-CC55-16498645503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293FAA0-FAAC-533B-F5E7-CB0B8B616EBE}"/>
              </a:ext>
            </a:extLst>
          </p:cNvPr>
          <p:cNvSpPr>
            <a:spLocks noGrp="1"/>
          </p:cNvSpPr>
          <p:nvPr>
            <p:ph sz="quarter" idx="4"/>
          </p:nvPr>
        </p:nvSpPr>
        <p:spPr>
          <a:xfrm>
            <a:off x="365607" y="254772"/>
            <a:ext cx="10854081" cy="5954004"/>
          </a:xfrm>
        </p:spPr>
        <p:txBody>
          <a:bodyPr>
            <a:normAutofit fontScale="92500" lnSpcReduction="20000"/>
          </a:bodyPr>
          <a:lstStyle/>
          <a:p>
            <a:pPr algn="ctr"/>
            <a:r>
              <a:rPr lang="en-US" sz="3100" dirty="0"/>
              <a:t>Event Delegation</a:t>
            </a:r>
          </a:p>
          <a:p>
            <a:r>
              <a:rPr lang="en-US" dirty="0"/>
              <a:t>Event delegation allows you to handle events efficiently by attaching a single listener to a parent element.</a:t>
            </a:r>
          </a:p>
          <a:p>
            <a:r>
              <a:rPr lang="en-US" dirty="0" err="1"/>
              <a:t>document.querySelector</a:t>
            </a:r>
            <a:r>
              <a:rPr lang="en-US" dirty="0"/>
              <a:t>("ul").</a:t>
            </a:r>
            <a:r>
              <a:rPr lang="en-US" dirty="0" err="1"/>
              <a:t>addEventListener</a:t>
            </a:r>
            <a:r>
              <a:rPr lang="en-US" dirty="0"/>
              <a:t>("click", (e) =&gt; {</a:t>
            </a:r>
          </a:p>
          <a:p>
            <a:r>
              <a:rPr lang="en-US" dirty="0"/>
              <a:t>    if (</a:t>
            </a:r>
            <a:r>
              <a:rPr lang="en-US" dirty="0" err="1"/>
              <a:t>e.target.tagName</a:t>
            </a:r>
            <a:r>
              <a:rPr lang="en-US" dirty="0"/>
              <a:t> === "LI") {</a:t>
            </a:r>
          </a:p>
          <a:p>
            <a:r>
              <a:rPr lang="en-US" dirty="0"/>
              <a:t>        console.log(`Clicked on item: ${</a:t>
            </a:r>
            <a:r>
              <a:rPr lang="en-US" dirty="0" err="1"/>
              <a:t>e.target.textContent</a:t>
            </a:r>
            <a:r>
              <a:rPr lang="en-US" dirty="0"/>
              <a:t>}`);</a:t>
            </a:r>
          </a:p>
          <a:p>
            <a:r>
              <a:rPr lang="en-US" dirty="0"/>
              <a:t>    }</a:t>
            </a:r>
          </a:p>
          <a:p>
            <a:r>
              <a:rPr lang="en-US" dirty="0"/>
              <a:t>});</a:t>
            </a:r>
          </a:p>
          <a:p>
            <a:r>
              <a:rPr lang="en-US" dirty="0"/>
              <a:t>Events are delegated to list, reducing the need to add listeners to each list items.</a:t>
            </a:r>
          </a:p>
          <a:p>
            <a:endParaRPr lang="en-US" dirty="0"/>
          </a:p>
          <a:p>
            <a:pPr algn="ctr"/>
            <a:r>
              <a:rPr lang="en-US" sz="3100" dirty="0"/>
              <a:t>Preventing Default Behavior</a:t>
            </a:r>
          </a:p>
          <a:p>
            <a:r>
              <a:rPr lang="en-US" dirty="0"/>
              <a:t>Certain elements have default actions (e.g., links navigating to URLs). Use </a:t>
            </a:r>
            <a:r>
              <a:rPr lang="en-US" dirty="0" err="1"/>
              <a:t>preventDefault</a:t>
            </a:r>
            <a:r>
              <a:rPr lang="en-US" dirty="0"/>
              <a:t>() to override them.</a:t>
            </a:r>
          </a:p>
          <a:p>
            <a:r>
              <a:rPr lang="en-US" dirty="0" err="1"/>
              <a:t>document.querySelector</a:t>
            </a:r>
            <a:r>
              <a:rPr lang="en-US" dirty="0"/>
              <a:t>("a").</a:t>
            </a:r>
            <a:r>
              <a:rPr lang="en-US" dirty="0" err="1"/>
              <a:t>addEventListener</a:t>
            </a:r>
            <a:r>
              <a:rPr lang="en-US" dirty="0"/>
              <a:t>("click", (e) =&gt; {</a:t>
            </a:r>
          </a:p>
          <a:p>
            <a:r>
              <a:rPr lang="en-US" dirty="0"/>
              <a:t>    </a:t>
            </a:r>
            <a:r>
              <a:rPr lang="en-US" dirty="0" err="1"/>
              <a:t>e.preventDefault</a:t>
            </a:r>
            <a:r>
              <a:rPr lang="en-US" dirty="0"/>
              <a:t>();</a:t>
            </a:r>
          </a:p>
          <a:p>
            <a:r>
              <a:rPr lang="en-US" dirty="0"/>
              <a:t>    console.log("Link click prevented");</a:t>
            </a:r>
          </a:p>
          <a:p>
            <a:r>
              <a:rPr lang="en-US" dirty="0"/>
              <a:t>});</a:t>
            </a:r>
          </a:p>
          <a:p>
            <a:r>
              <a:rPr lang="en-US" dirty="0" err="1"/>
              <a:t>preventDefault</a:t>
            </a:r>
            <a:r>
              <a:rPr lang="en-US" dirty="0"/>
              <a:t>() stops the link from navigating.</a:t>
            </a:r>
          </a:p>
        </p:txBody>
      </p:sp>
    </p:spTree>
    <p:extLst>
      <p:ext uri="{BB962C8B-B14F-4D97-AF65-F5344CB8AC3E}">
        <p14:creationId xmlns:p14="http://schemas.microsoft.com/office/powerpoint/2010/main" val="6150208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94BD0-DC60-2D20-5BCD-7B8458BAC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87FA9B-1DA9-BCFD-57C8-A439BF6D9B97}"/>
              </a:ext>
            </a:extLst>
          </p:cNvPr>
          <p:cNvSpPr>
            <a:spLocks noGrp="1"/>
          </p:cNvSpPr>
          <p:nvPr>
            <p:ph type="title"/>
          </p:nvPr>
        </p:nvSpPr>
        <p:spPr>
          <a:xfrm>
            <a:off x="4364809" y="1057274"/>
            <a:ext cx="7043617" cy="2520217"/>
          </a:xfrm>
        </p:spPr>
        <p:txBody>
          <a:bodyPr/>
          <a:lstStyle/>
          <a:p>
            <a:r>
              <a:rPr lang="en-US" dirty="0"/>
              <a:t>AJAX: GET and POST</a:t>
            </a:r>
          </a:p>
        </p:txBody>
      </p:sp>
      <p:sp>
        <p:nvSpPr>
          <p:cNvPr id="3" name="Slide Number Placeholder 2">
            <a:extLst>
              <a:ext uri="{FF2B5EF4-FFF2-40B4-BE49-F238E27FC236}">
                <a16:creationId xmlns:a16="http://schemas.microsoft.com/office/drawing/2014/main" id="{DEBF08E0-0329-5419-8B0E-53058DF97C2A}"/>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69</a:t>
            </a:fld>
            <a:endParaRPr lang="en-US" dirty="0"/>
          </a:p>
        </p:txBody>
      </p:sp>
    </p:spTree>
    <p:extLst>
      <p:ext uri="{BB962C8B-B14F-4D97-AF65-F5344CB8AC3E}">
        <p14:creationId xmlns:p14="http://schemas.microsoft.com/office/powerpoint/2010/main" val="30001886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068F4-82F8-48EA-CB67-22368E03565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E0D28D1-D15C-1D1C-FFF8-F53775E9BA15}"/>
              </a:ext>
            </a:extLst>
          </p:cNvPr>
          <p:cNvSpPr>
            <a:spLocks noGrp="1"/>
          </p:cNvSpPr>
          <p:nvPr>
            <p:ph sz="quarter" idx="4"/>
          </p:nvPr>
        </p:nvSpPr>
        <p:spPr>
          <a:xfrm>
            <a:off x="365607" y="254772"/>
            <a:ext cx="10854081" cy="5954004"/>
          </a:xfrm>
        </p:spPr>
        <p:txBody>
          <a:bodyPr>
            <a:normAutofit/>
          </a:bodyPr>
          <a:lstStyle/>
          <a:p>
            <a:r>
              <a:rPr lang="en-US" dirty="0"/>
              <a:t>AJAX stands for </a:t>
            </a:r>
            <a:r>
              <a:rPr lang="en-US" b="1" dirty="0"/>
              <a:t>Asynchronous JavaScript and XML</a:t>
            </a:r>
            <a:r>
              <a:rPr lang="en-US" dirty="0"/>
              <a:t>.</a:t>
            </a:r>
            <a:br>
              <a:rPr lang="en-US" dirty="0"/>
            </a:br>
            <a:r>
              <a:rPr lang="en-US" dirty="0"/>
              <a:t>It is used to send and receive data from a server </a:t>
            </a:r>
            <a:r>
              <a:rPr lang="en-US" b="1" dirty="0"/>
              <a:t>without reloading the webpage</a:t>
            </a:r>
            <a:r>
              <a:rPr lang="en-US" dirty="0"/>
              <a:t>.</a:t>
            </a:r>
          </a:p>
          <a:p>
            <a:r>
              <a:rPr lang="en-US" dirty="0"/>
              <a:t>AJAX allows web pages to update content dynamically in the background using:</a:t>
            </a:r>
          </a:p>
          <a:p>
            <a:pPr marL="285750" indent="-285750">
              <a:buFont typeface="Arial" panose="020B0604020202020204" pitchFamily="34" charset="0"/>
              <a:buChar char="•"/>
            </a:pPr>
            <a:r>
              <a:rPr lang="en-US" dirty="0"/>
              <a:t>JavaScript</a:t>
            </a:r>
          </a:p>
          <a:p>
            <a:pPr marL="285750" indent="-285750">
              <a:buFont typeface="Arial" panose="020B0604020202020204" pitchFamily="34" charset="0"/>
              <a:buChar char="•"/>
            </a:pPr>
            <a:r>
              <a:rPr lang="en-US" dirty="0" err="1"/>
              <a:t>XMLHttpRequest</a:t>
            </a:r>
            <a:r>
              <a:rPr lang="en-US" dirty="0"/>
              <a:t> (XHR)</a:t>
            </a:r>
          </a:p>
          <a:p>
            <a:pPr marL="285750" indent="-285750">
              <a:buFont typeface="Arial" panose="020B0604020202020204" pitchFamily="34" charset="0"/>
              <a:buChar char="•"/>
            </a:pPr>
            <a:r>
              <a:rPr lang="en-US" dirty="0"/>
              <a:t>Fetch API</a:t>
            </a:r>
          </a:p>
          <a:p>
            <a:pPr algn="ctr"/>
            <a:r>
              <a:rPr lang="en-US" sz="2400" dirty="0"/>
              <a:t>Key Differences between AJAX GET and POST</a:t>
            </a:r>
          </a:p>
          <a:p>
            <a:endParaRPr lang="en-US" dirty="0"/>
          </a:p>
        </p:txBody>
      </p:sp>
      <p:graphicFrame>
        <p:nvGraphicFramePr>
          <p:cNvPr id="5" name="Table 4">
            <a:extLst>
              <a:ext uri="{FF2B5EF4-FFF2-40B4-BE49-F238E27FC236}">
                <a16:creationId xmlns:a16="http://schemas.microsoft.com/office/drawing/2014/main" id="{21CC2696-EDED-12CF-C47C-E139552F4B69}"/>
              </a:ext>
            </a:extLst>
          </p:cNvPr>
          <p:cNvGraphicFramePr>
            <a:graphicFrameLocks noGrp="1"/>
          </p:cNvGraphicFramePr>
          <p:nvPr>
            <p:extLst>
              <p:ext uri="{D42A27DB-BD31-4B8C-83A1-F6EECF244321}">
                <p14:modId xmlns:p14="http://schemas.microsoft.com/office/powerpoint/2010/main" val="3321278209"/>
              </p:ext>
            </p:extLst>
          </p:nvPr>
        </p:nvGraphicFramePr>
        <p:xfrm>
          <a:off x="831951" y="3110009"/>
          <a:ext cx="9500616" cy="2486028"/>
        </p:xfrm>
        <a:graphic>
          <a:graphicData uri="http://schemas.openxmlformats.org/drawingml/2006/table">
            <a:tbl>
              <a:tblPr firstRow="1" firstCol="1" bandRow="1">
                <a:tableStyleId>{3B4B98B0-60AC-42C2-AFA5-B58CD77FA1E5}</a:tableStyleId>
              </a:tblPr>
              <a:tblGrid>
                <a:gridCol w="3166872">
                  <a:extLst>
                    <a:ext uri="{9D8B030D-6E8A-4147-A177-3AD203B41FA5}">
                      <a16:colId xmlns:a16="http://schemas.microsoft.com/office/drawing/2014/main" val="4019236704"/>
                    </a:ext>
                  </a:extLst>
                </a:gridCol>
                <a:gridCol w="3166872">
                  <a:extLst>
                    <a:ext uri="{9D8B030D-6E8A-4147-A177-3AD203B41FA5}">
                      <a16:colId xmlns:a16="http://schemas.microsoft.com/office/drawing/2014/main" val="2116592614"/>
                    </a:ext>
                  </a:extLst>
                </a:gridCol>
                <a:gridCol w="3166872">
                  <a:extLst>
                    <a:ext uri="{9D8B030D-6E8A-4147-A177-3AD203B41FA5}">
                      <a16:colId xmlns:a16="http://schemas.microsoft.com/office/drawing/2014/main" val="1865606786"/>
                    </a:ext>
                  </a:extLst>
                </a:gridCol>
              </a:tblGrid>
              <a:tr h="0">
                <a:tc>
                  <a:txBody>
                    <a:bodyPr/>
                    <a:lstStyle/>
                    <a:p>
                      <a:pPr marL="0" marR="0">
                        <a:lnSpc>
                          <a:spcPct val="115000"/>
                        </a:lnSpc>
                        <a:spcAft>
                          <a:spcPts val="800"/>
                        </a:spcAft>
                        <a:buNone/>
                      </a:pPr>
                      <a:r>
                        <a:rPr lang="en-US" sz="1200" kern="100" dirty="0">
                          <a:effectLst/>
                        </a:rPr>
                        <a:t>Feature </a:t>
                      </a:r>
                      <a:endParaRPr lang="en-US" sz="1200" kern="100" dirty="0">
                        <a:effectLst/>
                        <a:latin typeface="Calibri" panose="020F0502020204030204" pitchFamily="34" charset="0"/>
                        <a:ea typeface="Calibri" panose="020F0502020204030204" pitchFamily="34" charset="0"/>
                        <a:cs typeface="Shruti" panose="020B0502040204020203" pitchFamily="34" charset="0"/>
                      </a:endParaRPr>
                    </a:p>
                  </a:txBody>
                  <a:tcPr marL="0" marR="152400" marT="76200" marB="76200"/>
                </a:tc>
                <a:tc>
                  <a:txBody>
                    <a:bodyPr/>
                    <a:lstStyle/>
                    <a:p>
                      <a:pPr marL="0" marR="0">
                        <a:lnSpc>
                          <a:spcPct val="115000"/>
                        </a:lnSpc>
                        <a:spcAft>
                          <a:spcPts val="800"/>
                        </a:spcAft>
                        <a:buNone/>
                      </a:pPr>
                      <a:r>
                        <a:rPr lang="en-US" sz="1200" kern="100">
                          <a:effectLst/>
                        </a:rPr>
                        <a:t>GET</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76200" marB="76200"/>
                </a:tc>
                <a:tc>
                  <a:txBody>
                    <a:bodyPr/>
                    <a:lstStyle/>
                    <a:p>
                      <a:pPr marL="0" marR="0">
                        <a:lnSpc>
                          <a:spcPct val="115000"/>
                        </a:lnSpc>
                        <a:spcAft>
                          <a:spcPts val="800"/>
                        </a:spcAft>
                        <a:buNone/>
                      </a:pPr>
                      <a:r>
                        <a:rPr lang="en-US" sz="1200" kern="100">
                          <a:effectLst/>
                        </a:rPr>
                        <a:t>POST</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0" marT="76200" marB="76200"/>
                </a:tc>
                <a:extLst>
                  <a:ext uri="{0D108BD9-81ED-4DB2-BD59-A6C34878D82A}">
                    <a16:rowId xmlns:a16="http://schemas.microsoft.com/office/drawing/2014/main" val="1619622969"/>
                  </a:ext>
                </a:extLst>
              </a:tr>
              <a:tr h="0">
                <a:tc>
                  <a:txBody>
                    <a:bodyPr/>
                    <a:lstStyle/>
                    <a:p>
                      <a:pPr marL="0" marR="0">
                        <a:lnSpc>
                          <a:spcPct val="115000"/>
                        </a:lnSpc>
                        <a:spcAft>
                          <a:spcPts val="800"/>
                        </a:spcAft>
                        <a:buNone/>
                      </a:pPr>
                      <a:r>
                        <a:rPr lang="en-US" sz="1200" kern="100">
                          <a:effectLst/>
                        </a:rPr>
                        <a:t>Primary Purpose</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a:effectLst/>
                        </a:rPr>
                        <a:t>Retrieving data.</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a:effectLst/>
                        </a:rPr>
                        <a:t>Submitting/updating data.</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0" marT="114300" marB="114300"/>
                </a:tc>
                <a:extLst>
                  <a:ext uri="{0D108BD9-81ED-4DB2-BD59-A6C34878D82A}">
                    <a16:rowId xmlns:a16="http://schemas.microsoft.com/office/drawing/2014/main" val="3274188569"/>
                  </a:ext>
                </a:extLst>
              </a:tr>
              <a:tr h="0">
                <a:tc>
                  <a:txBody>
                    <a:bodyPr/>
                    <a:lstStyle/>
                    <a:p>
                      <a:pPr marL="0" marR="0">
                        <a:lnSpc>
                          <a:spcPct val="115000"/>
                        </a:lnSpc>
                        <a:spcAft>
                          <a:spcPts val="800"/>
                        </a:spcAft>
                        <a:buNone/>
                      </a:pPr>
                      <a:r>
                        <a:rPr lang="en-US" sz="1200" kern="100">
                          <a:effectLst/>
                        </a:rPr>
                        <a:t>Data Location</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a:effectLst/>
                        </a:rPr>
                        <a:t>Appended to the URL as query strings.</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a:effectLst/>
                        </a:rPr>
                        <a:t>Sent in the HTTP request body.</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0" marT="114300" marB="114300"/>
                </a:tc>
                <a:extLst>
                  <a:ext uri="{0D108BD9-81ED-4DB2-BD59-A6C34878D82A}">
                    <a16:rowId xmlns:a16="http://schemas.microsoft.com/office/drawing/2014/main" val="1289354517"/>
                  </a:ext>
                </a:extLst>
              </a:tr>
              <a:tr h="0">
                <a:tc>
                  <a:txBody>
                    <a:bodyPr/>
                    <a:lstStyle/>
                    <a:p>
                      <a:pPr marL="0" marR="0">
                        <a:lnSpc>
                          <a:spcPct val="115000"/>
                        </a:lnSpc>
                        <a:spcAft>
                          <a:spcPts val="800"/>
                        </a:spcAft>
                        <a:buNone/>
                      </a:pPr>
                      <a:r>
                        <a:rPr lang="en-US" sz="1200" kern="100">
                          <a:effectLst/>
                        </a:rPr>
                        <a:t>Data Size</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a:effectLst/>
                        </a:rPr>
                        <a:t>Limited by URL length (~2,000 chars).</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dirty="0">
                          <a:effectLst/>
                        </a:rPr>
                        <a:t>No size limitations for most cases.</a:t>
                      </a:r>
                      <a:endParaRPr lang="en-US" sz="1200" kern="100" dirty="0">
                        <a:effectLst/>
                        <a:latin typeface="Calibri" panose="020F0502020204030204" pitchFamily="34" charset="0"/>
                        <a:ea typeface="Calibri" panose="020F0502020204030204" pitchFamily="34" charset="0"/>
                        <a:cs typeface="Shruti" panose="020B0502040204020203" pitchFamily="34" charset="0"/>
                      </a:endParaRPr>
                    </a:p>
                  </a:txBody>
                  <a:tcPr marL="0" marR="0" marT="114300" marB="114300"/>
                </a:tc>
                <a:extLst>
                  <a:ext uri="{0D108BD9-81ED-4DB2-BD59-A6C34878D82A}">
                    <a16:rowId xmlns:a16="http://schemas.microsoft.com/office/drawing/2014/main" val="1494479053"/>
                  </a:ext>
                </a:extLst>
              </a:tr>
              <a:tr h="0">
                <a:tc>
                  <a:txBody>
                    <a:bodyPr/>
                    <a:lstStyle/>
                    <a:p>
                      <a:pPr marL="0" marR="0">
                        <a:lnSpc>
                          <a:spcPct val="115000"/>
                        </a:lnSpc>
                        <a:spcAft>
                          <a:spcPts val="800"/>
                        </a:spcAft>
                        <a:buNone/>
                      </a:pPr>
                      <a:r>
                        <a:rPr lang="en-US" sz="1200" kern="100">
                          <a:effectLst/>
                        </a:rPr>
                        <a:t>Security</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a:effectLst/>
                        </a:rPr>
                        <a:t>Less secure; data is visible in URL/logs.</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a:effectLst/>
                        </a:rPr>
                        <a:t>More secure for sensitive info (not in URL).</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0" marT="114300" marB="114300"/>
                </a:tc>
                <a:extLst>
                  <a:ext uri="{0D108BD9-81ED-4DB2-BD59-A6C34878D82A}">
                    <a16:rowId xmlns:a16="http://schemas.microsoft.com/office/drawing/2014/main" val="3175759482"/>
                  </a:ext>
                </a:extLst>
              </a:tr>
              <a:tr h="0">
                <a:tc>
                  <a:txBody>
                    <a:bodyPr/>
                    <a:lstStyle/>
                    <a:p>
                      <a:pPr marL="0" marR="0">
                        <a:lnSpc>
                          <a:spcPct val="115000"/>
                        </a:lnSpc>
                        <a:spcAft>
                          <a:spcPts val="800"/>
                        </a:spcAft>
                        <a:buNone/>
                      </a:pPr>
                      <a:r>
                        <a:rPr lang="en-US" sz="1200" kern="100">
                          <a:effectLst/>
                        </a:rPr>
                        <a:t>Caching</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a:effectLst/>
                        </a:rPr>
                        <a:t>Frequently cached by browsers.</a:t>
                      </a:r>
                      <a:endParaRPr lang="en-US" sz="1200" kern="100">
                        <a:effectLst/>
                        <a:latin typeface="Calibri" panose="020F0502020204030204" pitchFamily="34" charset="0"/>
                        <a:ea typeface="Calibri" panose="020F0502020204030204" pitchFamily="34" charset="0"/>
                        <a:cs typeface="Shruti" panose="020B0502040204020203" pitchFamily="34" charset="0"/>
                      </a:endParaRPr>
                    </a:p>
                  </a:txBody>
                  <a:tcPr marL="0" marR="152400" marT="114300" marB="114300"/>
                </a:tc>
                <a:tc>
                  <a:txBody>
                    <a:bodyPr/>
                    <a:lstStyle/>
                    <a:p>
                      <a:pPr marL="0" marR="0">
                        <a:lnSpc>
                          <a:spcPct val="115000"/>
                        </a:lnSpc>
                        <a:spcAft>
                          <a:spcPts val="800"/>
                        </a:spcAft>
                        <a:buNone/>
                      </a:pPr>
                      <a:r>
                        <a:rPr lang="en-US" sz="1200" kern="100" dirty="0">
                          <a:effectLst/>
                        </a:rPr>
                        <a:t>Never cached.</a:t>
                      </a:r>
                      <a:endParaRPr lang="en-US" sz="1200" kern="100" dirty="0">
                        <a:effectLst/>
                        <a:latin typeface="Calibri" panose="020F0502020204030204" pitchFamily="34" charset="0"/>
                        <a:ea typeface="Calibri" panose="020F0502020204030204" pitchFamily="34" charset="0"/>
                        <a:cs typeface="Shruti" panose="020B0502040204020203" pitchFamily="34" charset="0"/>
                      </a:endParaRPr>
                    </a:p>
                  </a:txBody>
                  <a:tcPr marL="0" marR="0" marT="114300" marB="114300"/>
                </a:tc>
                <a:extLst>
                  <a:ext uri="{0D108BD9-81ED-4DB2-BD59-A6C34878D82A}">
                    <a16:rowId xmlns:a16="http://schemas.microsoft.com/office/drawing/2014/main" val="1527677936"/>
                  </a:ext>
                </a:extLst>
              </a:tr>
            </a:tbl>
          </a:graphicData>
        </a:graphic>
      </p:graphicFrame>
    </p:spTree>
    <p:extLst>
      <p:ext uri="{BB962C8B-B14F-4D97-AF65-F5344CB8AC3E}">
        <p14:creationId xmlns:p14="http://schemas.microsoft.com/office/powerpoint/2010/main" val="2487728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C5BCF-0EA0-6F24-D97A-637ED68B376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91C038-6715-7C9C-76BC-5D80F4822590}"/>
              </a:ext>
            </a:extLst>
          </p:cNvPr>
          <p:cNvSpPr>
            <a:spLocks noGrp="1"/>
          </p:cNvSpPr>
          <p:nvPr>
            <p:ph sz="quarter" idx="4"/>
          </p:nvPr>
        </p:nvSpPr>
        <p:spPr>
          <a:xfrm>
            <a:off x="365607" y="254772"/>
            <a:ext cx="5331105" cy="5954004"/>
          </a:xfrm>
        </p:spPr>
        <p:txBody>
          <a:bodyPr>
            <a:normAutofit/>
          </a:bodyPr>
          <a:lstStyle/>
          <a:p>
            <a:r>
              <a:rPr lang="en-US" b="1" dirty="0"/>
              <a:t>What is GET Method?</a:t>
            </a:r>
          </a:p>
          <a:p>
            <a:r>
              <a:rPr lang="en-US" b="1" dirty="0"/>
              <a:t>Definition:</a:t>
            </a:r>
          </a:p>
          <a:p>
            <a:pPr marL="285750" indent="-285750">
              <a:buFont typeface="Arial" panose="020B0604020202020204" pitchFamily="34" charset="0"/>
              <a:buChar char="•"/>
            </a:pPr>
            <a:r>
              <a:rPr lang="en-US" dirty="0"/>
              <a:t>The </a:t>
            </a:r>
            <a:r>
              <a:rPr lang="en-US" b="1" dirty="0"/>
              <a:t>GET method</a:t>
            </a:r>
            <a:r>
              <a:rPr lang="en-US" dirty="0"/>
              <a:t> is used to request data from the server.</a:t>
            </a:r>
          </a:p>
          <a:p>
            <a:pPr marL="285750" indent="-285750">
              <a:buFont typeface="Arial" panose="020B0604020202020204" pitchFamily="34" charset="0"/>
              <a:buChar char="•"/>
            </a:pPr>
            <a:r>
              <a:rPr lang="en-US" dirty="0"/>
              <a:t>It retrieves data and appends it to the URL as query parameters.</a:t>
            </a:r>
          </a:p>
          <a:p>
            <a:r>
              <a:rPr lang="en-US" b="1" dirty="0"/>
              <a:t>Characteristics of GET:</a:t>
            </a:r>
          </a:p>
          <a:p>
            <a:pPr marL="285750" indent="-285750">
              <a:buFont typeface="Arial" panose="020B0604020202020204" pitchFamily="34" charset="0"/>
              <a:buChar char="•"/>
            </a:pPr>
            <a:r>
              <a:rPr lang="en-US" dirty="0"/>
              <a:t>Used to </a:t>
            </a:r>
            <a:r>
              <a:rPr lang="en-US" b="1" dirty="0"/>
              <a:t>retrieve data</a:t>
            </a:r>
            <a:endParaRPr lang="en-US" dirty="0"/>
          </a:p>
          <a:p>
            <a:pPr marL="285750" indent="-285750">
              <a:buFont typeface="Arial" panose="020B0604020202020204" pitchFamily="34" charset="0"/>
              <a:buChar char="•"/>
            </a:pPr>
            <a:r>
              <a:rPr lang="en-US" dirty="0"/>
              <a:t>Data is sent in the URL</a:t>
            </a:r>
          </a:p>
          <a:p>
            <a:pPr marL="285750" indent="-285750">
              <a:buFont typeface="Arial" panose="020B0604020202020204" pitchFamily="34" charset="0"/>
              <a:buChar char="•"/>
            </a:pPr>
            <a:r>
              <a:rPr lang="en-US" dirty="0"/>
              <a:t>Less secure (data visible in URL)</a:t>
            </a:r>
          </a:p>
          <a:p>
            <a:pPr marL="285750" indent="-285750">
              <a:buFont typeface="Arial" panose="020B0604020202020204" pitchFamily="34" charset="0"/>
              <a:buChar char="•"/>
            </a:pPr>
            <a:r>
              <a:rPr lang="en-US" dirty="0"/>
              <a:t>Limited data length</a:t>
            </a:r>
          </a:p>
          <a:p>
            <a:pPr marL="285750" indent="-285750">
              <a:buFont typeface="Arial" panose="020B0604020202020204" pitchFamily="34" charset="0"/>
              <a:buChar char="•"/>
            </a:pPr>
            <a:r>
              <a:rPr lang="en-US" dirty="0"/>
              <a:t>Can be cached</a:t>
            </a:r>
          </a:p>
          <a:p>
            <a:pPr marL="285750" indent="-285750">
              <a:buFont typeface="Arial" panose="020B0604020202020204" pitchFamily="34" charset="0"/>
              <a:buChar char="•"/>
            </a:pPr>
            <a:r>
              <a:rPr lang="en-US" dirty="0"/>
              <a:t>Faster than POST</a:t>
            </a:r>
          </a:p>
          <a:p>
            <a:br>
              <a:rPr lang="en-US" dirty="0"/>
            </a:br>
            <a:endParaRPr lang="en-US" dirty="0"/>
          </a:p>
          <a:p>
            <a:endParaRPr lang="en-US" dirty="0"/>
          </a:p>
        </p:txBody>
      </p:sp>
      <p:sp>
        <p:nvSpPr>
          <p:cNvPr id="3" name="Content Placeholder 3">
            <a:extLst>
              <a:ext uri="{FF2B5EF4-FFF2-40B4-BE49-F238E27FC236}">
                <a16:creationId xmlns:a16="http://schemas.microsoft.com/office/drawing/2014/main" id="{E76711B8-59D6-6058-5408-5AB50CB80741}"/>
              </a:ext>
            </a:extLst>
          </p:cNvPr>
          <p:cNvSpPr txBox="1">
            <a:spLocks/>
          </p:cNvSpPr>
          <p:nvPr/>
        </p:nvSpPr>
        <p:spPr>
          <a:xfrm>
            <a:off x="6031839" y="451998"/>
            <a:ext cx="5331105" cy="5954004"/>
          </a:xfrm>
          <a:prstGeom prst="rect">
            <a:avLst/>
          </a:prstGeom>
        </p:spPr>
        <p:txBody>
          <a:bodyPr vert="horz" lIns="91440" tIns="0" rIns="91440" bIns="0" rtlCol="0">
            <a:normAutofit fontScale="92500"/>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accent6"/>
                </a:solidFill>
                <a:latin typeface="+mn-lt"/>
                <a:ea typeface="+mn-ea"/>
                <a:cs typeface="+mn-cs"/>
              </a:defRPr>
            </a:lvl1pPr>
            <a:lvl2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Example of AJAX GET (Using </a:t>
            </a:r>
            <a:r>
              <a:rPr lang="en-US" b="1" dirty="0" err="1"/>
              <a:t>XMLHttpRequest</a:t>
            </a:r>
            <a:r>
              <a:rPr lang="en-US" b="1" dirty="0"/>
              <a:t>)</a:t>
            </a:r>
          </a:p>
          <a:p>
            <a:r>
              <a:rPr lang="en-US" dirty="0"/>
              <a:t>var </a:t>
            </a:r>
            <a:r>
              <a:rPr lang="en-US" dirty="0" err="1"/>
              <a:t>xhr</a:t>
            </a:r>
            <a:r>
              <a:rPr lang="en-US" dirty="0"/>
              <a:t> = new </a:t>
            </a:r>
            <a:r>
              <a:rPr lang="en-US" dirty="0" err="1"/>
              <a:t>XMLHttpRequest</a:t>
            </a:r>
            <a:r>
              <a:rPr lang="en-US" dirty="0"/>
              <a:t>();</a:t>
            </a:r>
          </a:p>
          <a:p>
            <a:r>
              <a:rPr lang="en-US" dirty="0" err="1"/>
              <a:t>xhr.open</a:t>
            </a:r>
            <a:r>
              <a:rPr lang="en-US" dirty="0"/>
              <a:t>("GET", "https://api.example.com/data", true);</a:t>
            </a:r>
          </a:p>
          <a:p>
            <a:endParaRPr lang="en-US" dirty="0"/>
          </a:p>
          <a:p>
            <a:r>
              <a:rPr lang="en-US" dirty="0" err="1"/>
              <a:t>xhr.onload</a:t>
            </a:r>
            <a:r>
              <a:rPr lang="en-US" dirty="0"/>
              <a:t> = function() {</a:t>
            </a:r>
          </a:p>
          <a:p>
            <a:r>
              <a:rPr lang="en-US" dirty="0"/>
              <a:t>    if (</a:t>
            </a:r>
            <a:r>
              <a:rPr lang="en-US" dirty="0" err="1"/>
              <a:t>xhr.status</a:t>
            </a:r>
            <a:r>
              <a:rPr lang="en-US" dirty="0"/>
              <a:t> === 200) {</a:t>
            </a:r>
          </a:p>
          <a:p>
            <a:r>
              <a:rPr lang="en-US" dirty="0"/>
              <a:t>        console.log(</a:t>
            </a:r>
            <a:r>
              <a:rPr lang="en-US" dirty="0" err="1"/>
              <a:t>xhr.responseText</a:t>
            </a:r>
            <a:r>
              <a:rPr lang="en-US" dirty="0"/>
              <a:t>);</a:t>
            </a:r>
          </a:p>
          <a:p>
            <a:r>
              <a:rPr lang="en-US" dirty="0"/>
              <a:t>    }</a:t>
            </a:r>
          </a:p>
          <a:p>
            <a:r>
              <a:rPr lang="en-US" dirty="0"/>
              <a:t>};</a:t>
            </a:r>
          </a:p>
          <a:p>
            <a:endParaRPr lang="en-US" dirty="0"/>
          </a:p>
          <a:p>
            <a:r>
              <a:rPr lang="en-US" dirty="0" err="1"/>
              <a:t>xhr.send</a:t>
            </a:r>
            <a:r>
              <a:rPr lang="en-US" dirty="0"/>
              <a:t>();</a:t>
            </a:r>
            <a:br>
              <a:rPr lang="en-US" dirty="0"/>
            </a:br>
            <a:endParaRPr lang="en-US" dirty="0"/>
          </a:p>
          <a:p>
            <a:r>
              <a:rPr lang="en-US" b="1" dirty="0"/>
              <a:t>Example Using Fetch API (GET)</a:t>
            </a:r>
          </a:p>
          <a:p>
            <a:r>
              <a:rPr lang="en-US" dirty="0"/>
              <a:t>fetch("https://api.example.com/data")</a:t>
            </a:r>
          </a:p>
          <a:p>
            <a:r>
              <a:rPr lang="en-US" dirty="0"/>
              <a:t>  .then(response =&gt; </a:t>
            </a:r>
            <a:r>
              <a:rPr lang="en-US" dirty="0" err="1"/>
              <a:t>response.json</a:t>
            </a:r>
            <a:r>
              <a:rPr lang="en-US" dirty="0"/>
              <a:t>())</a:t>
            </a:r>
          </a:p>
          <a:p>
            <a:r>
              <a:rPr lang="en-US" dirty="0"/>
              <a:t>  .then(data =&gt; console.log(data));</a:t>
            </a:r>
          </a:p>
        </p:txBody>
      </p:sp>
    </p:spTree>
    <p:extLst>
      <p:ext uri="{BB962C8B-B14F-4D97-AF65-F5344CB8AC3E}">
        <p14:creationId xmlns:p14="http://schemas.microsoft.com/office/powerpoint/2010/main" val="27356016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CBD3E-018A-0BE8-C5F8-14D94F26207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7CD8906-F3A7-B032-AD99-64B867A2E3C6}"/>
              </a:ext>
            </a:extLst>
          </p:cNvPr>
          <p:cNvSpPr>
            <a:spLocks noGrp="1"/>
          </p:cNvSpPr>
          <p:nvPr>
            <p:ph sz="quarter" idx="4"/>
          </p:nvPr>
        </p:nvSpPr>
        <p:spPr>
          <a:xfrm>
            <a:off x="6025743" y="254772"/>
            <a:ext cx="5398161" cy="5954004"/>
          </a:xfrm>
        </p:spPr>
        <p:txBody>
          <a:bodyPr>
            <a:noAutofit/>
          </a:bodyPr>
          <a:lstStyle/>
          <a:p>
            <a:r>
              <a:rPr lang="en-US" sz="1200" dirty="0"/>
              <a:t>var data = </a:t>
            </a:r>
            <a:r>
              <a:rPr lang="en-US" sz="1200" dirty="0" err="1"/>
              <a:t>JSON.stringify</a:t>
            </a:r>
            <a:r>
              <a:rPr lang="en-US" sz="1200" dirty="0"/>
              <a:t>({</a:t>
            </a:r>
          </a:p>
          <a:p>
            <a:r>
              <a:rPr lang="en-US" sz="1200" dirty="0"/>
              <a:t>    name: "Rahul",</a:t>
            </a:r>
          </a:p>
          <a:p>
            <a:r>
              <a:rPr lang="en-US" sz="1200" dirty="0"/>
              <a:t>    age: 21</a:t>
            </a:r>
          </a:p>
          <a:p>
            <a:r>
              <a:rPr lang="en-US" sz="1200" dirty="0"/>
              <a:t>});</a:t>
            </a:r>
          </a:p>
          <a:p>
            <a:r>
              <a:rPr lang="en-US" sz="1200" dirty="0" err="1"/>
              <a:t>xhr.send</a:t>
            </a:r>
            <a:r>
              <a:rPr lang="en-US" sz="1200" dirty="0"/>
              <a:t>(data);</a:t>
            </a:r>
            <a:endParaRPr lang="en-US" sz="1200" b="1" dirty="0"/>
          </a:p>
          <a:p>
            <a:r>
              <a:rPr lang="en-US" sz="1200" b="1" dirty="0"/>
              <a:t>Example Using Fetch API (POST)</a:t>
            </a:r>
          </a:p>
          <a:p>
            <a:r>
              <a:rPr lang="en-US" sz="1200" dirty="0"/>
              <a:t>fetch("https://api.example.com/data", {</a:t>
            </a:r>
          </a:p>
          <a:p>
            <a:r>
              <a:rPr lang="en-US" sz="1200" dirty="0"/>
              <a:t>    method: "POST",</a:t>
            </a:r>
          </a:p>
          <a:p>
            <a:r>
              <a:rPr lang="en-US" sz="1200" dirty="0"/>
              <a:t>    headers: {</a:t>
            </a:r>
          </a:p>
          <a:p>
            <a:r>
              <a:rPr lang="en-US" sz="1200" dirty="0"/>
              <a:t>        "Content-Type": "application/</a:t>
            </a:r>
            <a:r>
              <a:rPr lang="en-US" sz="1200" dirty="0" err="1"/>
              <a:t>json</a:t>
            </a:r>
            <a:r>
              <a:rPr lang="en-US" sz="1200" dirty="0"/>
              <a:t>"</a:t>
            </a:r>
          </a:p>
          <a:p>
            <a:r>
              <a:rPr lang="en-US" sz="1200" dirty="0"/>
              <a:t>    },</a:t>
            </a:r>
          </a:p>
          <a:p>
            <a:r>
              <a:rPr lang="en-US" sz="1200" dirty="0"/>
              <a:t>    body: </a:t>
            </a:r>
            <a:r>
              <a:rPr lang="en-US" sz="1200" dirty="0" err="1"/>
              <a:t>JSON.stringify</a:t>
            </a:r>
            <a:r>
              <a:rPr lang="en-US" sz="1200" dirty="0"/>
              <a:t>({</a:t>
            </a:r>
          </a:p>
          <a:p>
            <a:r>
              <a:rPr lang="en-US" sz="1200" dirty="0"/>
              <a:t>        name: "Rahul",</a:t>
            </a:r>
          </a:p>
          <a:p>
            <a:r>
              <a:rPr lang="en-US" sz="1200" dirty="0"/>
              <a:t>        age: 21</a:t>
            </a:r>
          </a:p>
          <a:p>
            <a:r>
              <a:rPr lang="en-US" sz="1200" dirty="0"/>
              <a:t>    })</a:t>
            </a:r>
          </a:p>
          <a:p>
            <a:r>
              <a:rPr lang="en-US" sz="1200" dirty="0"/>
              <a:t>})</a:t>
            </a:r>
          </a:p>
          <a:p>
            <a:r>
              <a:rPr lang="en-US" sz="1200" dirty="0"/>
              <a:t>.then(response =&gt; </a:t>
            </a:r>
            <a:r>
              <a:rPr lang="en-US" sz="1200" dirty="0" err="1"/>
              <a:t>response.json</a:t>
            </a:r>
            <a:r>
              <a:rPr lang="en-US" sz="1200" dirty="0"/>
              <a:t>())</a:t>
            </a:r>
          </a:p>
          <a:p>
            <a:r>
              <a:rPr lang="en-US" sz="1200" dirty="0"/>
              <a:t>.then(data =&gt; console.log(data));</a:t>
            </a:r>
          </a:p>
        </p:txBody>
      </p:sp>
      <p:sp>
        <p:nvSpPr>
          <p:cNvPr id="3" name="Content Placeholder 3">
            <a:extLst>
              <a:ext uri="{FF2B5EF4-FFF2-40B4-BE49-F238E27FC236}">
                <a16:creationId xmlns:a16="http://schemas.microsoft.com/office/drawing/2014/main" id="{FB96BEEE-42C8-E7CE-48FA-791DA537D0B3}"/>
              </a:ext>
            </a:extLst>
          </p:cNvPr>
          <p:cNvSpPr txBox="1">
            <a:spLocks/>
          </p:cNvSpPr>
          <p:nvPr/>
        </p:nvSpPr>
        <p:spPr>
          <a:xfrm>
            <a:off x="518007" y="407172"/>
            <a:ext cx="5398161" cy="5954004"/>
          </a:xfrm>
          <a:prstGeom prst="rect">
            <a:avLst/>
          </a:prstGeom>
        </p:spPr>
        <p:txBody>
          <a:bodyPr vert="horz" lIns="91440" tIns="0" rIns="9144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accent6"/>
                </a:solidFill>
                <a:latin typeface="+mn-lt"/>
                <a:ea typeface="+mn-ea"/>
                <a:cs typeface="+mn-cs"/>
              </a:defRPr>
            </a:lvl1pPr>
            <a:lvl2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2pPr>
            <a:lvl3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3pPr>
            <a:lvl4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4pPr>
            <a:lvl5pPr marL="283464" indent="-283464" algn="l" defTabSz="914400" rtl="0" eaLnBrk="1" latinLnBrk="0" hangingPunct="1">
              <a:lnSpc>
                <a:spcPct val="100000"/>
              </a:lnSpc>
              <a:spcBef>
                <a:spcPts val="100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What is POST Method?</a:t>
            </a:r>
          </a:p>
          <a:p>
            <a:r>
              <a:rPr lang="en-US" sz="1200" b="1" dirty="0"/>
              <a:t>Definition:</a:t>
            </a:r>
          </a:p>
          <a:p>
            <a:pPr marL="171450" indent="-171450">
              <a:buFont typeface="Arial" panose="020B0604020202020204" pitchFamily="34" charset="0"/>
              <a:buChar char="•"/>
            </a:pPr>
            <a:r>
              <a:rPr lang="en-US" sz="1200" dirty="0"/>
              <a:t>The </a:t>
            </a:r>
            <a:r>
              <a:rPr lang="en-US" sz="1200" b="1" dirty="0"/>
              <a:t>POST method</a:t>
            </a:r>
            <a:r>
              <a:rPr lang="en-US" sz="1200" dirty="0"/>
              <a:t> is used to send data to the server.</a:t>
            </a:r>
          </a:p>
          <a:p>
            <a:pPr marL="171450" indent="-171450">
              <a:buFont typeface="Arial" panose="020B0604020202020204" pitchFamily="34" charset="0"/>
              <a:buChar char="•"/>
            </a:pPr>
            <a:r>
              <a:rPr lang="en-US" sz="1200" dirty="0"/>
              <a:t>It is commonly used to submit form data.</a:t>
            </a:r>
          </a:p>
          <a:p>
            <a:r>
              <a:rPr lang="en-US" sz="1200" b="1" dirty="0"/>
              <a:t>Characteristics of POST:</a:t>
            </a:r>
          </a:p>
          <a:p>
            <a:pPr marL="171450" indent="-171450">
              <a:buFont typeface="Arial" panose="020B0604020202020204" pitchFamily="34" charset="0"/>
              <a:buChar char="•"/>
            </a:pPr>
            <a:r>
              <a:rPr lang="en-US" sz="1200" dirty="0"/>
              <a:t>Used to </a:t>
            </a:r>
            <a:r>
              <a:rPr lang="en-US" sz="1200" b="1" dirty="0"/>
              <a:t>send data</a:t>
            </a:r>
            <a:endParaRPr lang="en-US" sz="1200" dirty="0"/>
          </a:p>
          <a:p>
            <a:pPr marL="171450" indent="-171450">
              <a:buFont typeface="Arial" panose="020B0604020202020204" pitchFamily="34" charset="0"/>
              <a:buChar char="•"/>
            </a:pPr>
            <a:r>
              <a:rPr lang="en-US" sz="1200" dirty="0"/>
              <a:t>Data is sent inside request body</a:t>
            </a:r>
          </a:p>
          <a:p>
            <a:pPr marL="171450" indent="-171450">
              <a:buFont typeface="Arial" panose="020B0604020202020204" pitchFamily="34" charset="0"/>
              <a:buChar char="•"/>
            </a:pPr>
            <a:r>
              <a:rPr lang="en-US" sz="1200" dirty="0"/>
              <a:t>More secure than GET</a:t>
            </a:r>
          </a:p>
          <a:p>
            <a:pPr marL="171450" indent="-171450">
              <a:buFont typeface="Arial" panose="020B0604020202020204" pitchFamily="34" charset="0"/>
              <a:buChar char="•"/>
            </a:pPr>
            <a:r>
              <a:rPr lang="en-US" sz="1200" dirty="0"/>
              <a:t>No data length limitation</a:t>
            </a:r>
          </a:p>
          <a:p>
            <a:pPr marL="171450" indent="-171450">
              <a:buFont typeface="Arial" panose="020B0604020202020204" pitchFamily="34" charset="0"/>
              <a:buChar char="•"/>
            </a:pPr>
            <a:r>
              <a:rPr lang="en-US" sz="1200" dirty="0"/>
              <a:t>Cannot be cached</a:t>
            </a:r>
          </a:p>
          <a:p>
            <a:pPr marL="171450" indent="-171450">
              <a:buFont typeface="Arial" panose="020B0604020202020204" pitchFamily="34" charset="0"/>
              <a:buChar char="•"/>
            </a:pPr>
            <a:r>
              <a:rPr lang="en-US" sz="1200" dirty="0"/>
              <a:t>Used for inserting or updating data</a:t>
            </a:r>
          </a:p>
          <a:p>
            <a:r>
              <a:rPr lang="en-US" sz="1200" b="1" dirty="0"/>
              <a:t>Example of AJAX POST (Using </a:t>
            </a:r>
            <a:r>
              <a:rPr lang="en-US" sz="1200" b="1" dirty="0" err="1"/>
              <a:t>XMLHttpRequest</a:t>
            </a:r>
            <a:r>
              <a:rPr lang="en-US" sz="1200" b="1" dirty="0"/>
              <a:t>)</a:t>
            </a:r>
          </a:p>
          <a:p>
            <a:r>
              <a:rPr lang="en-US" sz="1200" dirty="0"/>
              <a:t>var </a:t>
            </a:r>
            <a:r>
              <a:rPr lang="en-US" sz="1200" dirty="0" err="1"/>
              <a:t>xhr</a:t>
            </a:r>
            <a:r>
              <a:rPr lang="en-US" sz="1200" dirty="0"/>
              <a:t> = new </a:t>
            </a:r>
            <a:r>
              <a:rPr lang="en-US" sz="1200" dirty="0" err="1"/>
              <a:t>XMLHttpRequest</a:t>
            </a:r>
            <a:r>
              <a:rPr lang="en-US" sz="1200" dirty="0"/>
              <a:t>();</a:t>
            </a:r>
          </a:p>
          <a:p>
            <a:r>
              <a:rPr lang="en-US" sz="1200" dirty="0" err="1"/>
              <a:t>xhr.open</a:t>
            </a:r>
            <a:r>
              <a:rPr lang="en-US" sz="1200" dirty="0"/>
              <a:t>("POST", "https://api.example.com/data", true);</a:t>
            </a:r>
          </a:p>
          <a:p>
            <a:r>
              <a:rPr lang="en-US" sz="1200" dirty="0" err="1"/>
              <a:t>xhr.setRequestHeader</a:t>
            </a:r>
            <a:r>
              <a:rPr lang="en-US" sz="1200" dirty="0"/>
              <a:t>("Content-Type", "application/</a:t>
            </a:r>
            <a:r>
              <a:rPr lang="en-US" sz="1200" dirty="0" err="1"/>
              <a:t>json</a:t>
            </a:r>
            <a:r>
              <a:rPr lang="en-US" sz="1200" dirty="0"/>
              <a:t>");</a:t>
            </a:r>
          </a:p>
          <a:p>
            <a:r>
              <a:rPr lang="en-US" sz="1200" dirty="0" err="1"/>
              <a:t>xhr.onload</a:t>
            </a:r>
            <a:r>
              <a:rPr lang="en-US" sz="1200" dirty="0"/>
              <a:t> = function() {</a:t>
            </a:r>
          </a:p>
          <a:p>
            <a:r>
              <a:rPr lang="en-US" sz="1200" dirty="0"/>
              <a:t>    if (</a:t>
            </a:r>
            <a:r>
              <a:rPr lang="en-US" sz="1200" dirty="0" err="1"/>
              <a:t>xhr.status</a:t>
            </a:r>
            <a:r>
              <a:rPr lang="en-US" sz="1200" dirty="0"/>
              <a:t> === 200) {</a:t>
            </a:r>
          </a:p>
          <a:p>
            <a:r>
              <a:rPr lang="en-US" sz="1200" dirty="0"/>
              <a:t>        console.log(</a:t>
            </a:r>
            <a:r>
              <a:rPr lang="en-US" sz="1200" dirty="0" err="1"/>
              <a:t>xhr.responseText</a:t>
            </a:r>
            <a:r>
              <a:rPr lang="en-US" sz="1200" dirty="0"/>
              <a:t>);</a:t>
            </a:r>
          </a:p>
          <a:p>
            <a:r>
              <a:rPr lang="en-US" sz="1200" dirty="0"/>
              <a:t>    }</a:t>
            </a:r>
          </a:p>
          <a:p>
            <a:r>
              <a:rPr lang="en-US" sz="1200" dirty="0"/>
              <a:t>};</a:t>
            </a:r>
          </a:p>
          <a:p>
            <a:endParaRPr lang="en-US" sz="1200" dirty="0"/>
          </a:p>
          <a:p>
            <a:br>
              <a:rPr lang="en-US" sz="1200" dirty="0"/>
            </a:br>
            <a:endParaRPr lang="en-US" sz="1200" dirty="0"/>
          </a:p>
        </p:txBody>
      </p:sp>
    </p:spTree>
    <p:extLst>
      <p:ext uri="{BB962C8B-B14F-4D97-AF65-F5344CB8AC3E}">
        <p14:creationId xmlns:p14="http://schemas.microsoft.com/office/powerpoint/2010/main" val="28553065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2DB4-2C24-4FD3-594F-9676B61729B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5EB7848-7326-D4DF-7B8E-89D2C7EA1439}"/>
              </a:ext>
            </a:extLst>
          </p:cNvPr>
          <p:cNvSpPr>
            <a:spLocks noGrp="1"/>
          </p:cNvSpPr>
          <p:nvPr>
            <p:ph sz="quarter" idx="4"/>
          </p:nvPr>
        </p:nvSpPr>
        <p:spPr>
          <a:xfrm>
            <a:off x="365607" y="254772"/>
            <a:ext cx="10854081" cy="5954004"/>
          </a:xfrm>
        </p:spPr>
        <p:txBody>
          <a:bodyPr>
            <a:normAutofit/>
          </a:bodyPr>
          <a:lstStyle/>
          <a:p>
            <a:r>
              <a:rPr lang="en-US" dirty="0"/>
              <a:t>3. The Flexible $.ajax() Method</a:t>
            </a:r>
          </a:p>
          <a:p>
            <a:r>
              <a:rPr lang="en-US" dirty="0"/>
              <a:t>For full control over headers, timeouts, and error handling, use the </a:t>
            </a:r>
            <a:r>
              <a:rPr lang="en-US" dirty="0" err="1"/>
              <a:t>jQuery.ajax</a:t>
            </a:r>
            <a:r>
              <a:rPr lang="en-US" dirty="0"/>
              <a:t>() method. </a:t>
            </a:r>
          </a:p>
          <a:p>
            <a:r>
              <a:rPr lang="en-US" dirty="0"/>
              <a:t>$.ajax({</a:t>
            </a:r>
          </a:p>
          <a:p>
            <a:r>
              <a:rPr lang="en-US" dirty="0"/>
              <a:t>    url: "</a:t>
            </a:r>
            <a:r>
              <a:rPr lang="en-US" dirty="0" err="1"/>
              <a:t>api</a:t>
            </a:r>
            <a:r>
              <a:rPr lang="en-US" dirty="0"/>
              <a:t>/resource",</a:t>
            </a:r>
          </a:p>
          <a:p>
            <a:r>
              <a:rPr lang="en-US" dirty="0"/>
              <a:t>    type: "POST", // Can be "GET" or "POST"</a:t>
            </a:r>
          </a:p>
          <a:p>
            <a:r>
              <a:rPr lang="en-US" dirty="0"/>
              <a:t>    data: { key: "value" },</a:t>
            </a:r>
          </a:p>
          <a:p>
            <a:r>
              <a:rPr lang="en-US" dirty="0"/>
              <a:t>    success: function(result) { console.log("Success!"); },</a:t>
            </a:r>
          </a:p>
          <a:p>
            <a:r>
              <a:rPr lang="en-US" dirty="0"/>
              <a:t>    error: function(err) { </a:t>
            </a:r>
            <a:r>
              <a:rPr lang="en-US" dirty="0" err="1"/>
              <a:t>console.error</a:t>
            </a:r>
            <a:r>
              <a:rPr lang="en-US" dirty="0"/>
              <a:t>("Error occurred"); }</a:t>
            </a:r>
          </a:p>
          <a:p>
            <a:r>
              <a:rPr lang="en-US" dirty="0"/>
              <a:t>});</a:t>
            </a:r>
          </a:p>
        </p:txBody>
      </p:sp>
    </p:spTree>
    <p:extLst>
      <p:ext uri="{BB962C8B-B14F-4D97-AF65-F5344CB8AC3E}">
        <p14:creationId xmlns:p14="http://schemas.microsoft.com/office/powerpoint/2010/main" val="23381750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22DAC-AD34-33EA-6796-8C9F7C1656C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5BE95B7-600A-1FB6-0FC8-4E47200BB064}"/>
              </a:ext>
            </a:extLst>
          </p:cNvPr>
          <p:cNvSpPr>
            <a:spLocks noGrp="1"/>
          </p:cNvSpPr>
          <p:nvPr>
            <p:ph sz="quarter" idx="4"/>
          </p:nvPr>
        </p:nvSpPr>
        <p:spPr>
          <a:xfrm>
            <a:off x="365607" y="254772"/>
            <a:ext cx="10854081" cy="5954004"/>
          </a:xfrm>
        </p:spPr>
        <p:txBody>
          <a:bodyPr>
            <a:normAutofit/>
          </a:bodyPr>
          <a:lstStyle/>
          <a:p>
            <a:pPr algn="ctr"/>
            <a:r>
              <a:rPr lang="en-US" sz="2400" b="1" dirty="0"/>
              <a:t>Advantages of AJAX</a:t>
            </a:r>
          </a:p>
          <a:p>
            <a:pPr marL="285750" indent="-285750">
              <a:buFont typeface="Arial" panose="020B0604020202020204" pitchFamily="34" charset="0"/>
              <a:buChar char="•"/>
            </a:pPr>
            <a:r>
              <a:rPr lang="en-US" dirty="0"/>
              <a:t>No page reload required</a:t>
            </a:r>
          </a:p>
          <a:p>
            <a:pPr marL="285750" indent="-285750">
              <a:buFont typeface="Arial" panose="020B0604020202020204" pitchFamily="34" charset="0"/>
              <a:buChar char="•"/>
            </a:pPr>
            <a:r>
              <a:rPr lang="en-US" dirty="0"/>
              <a:t>Faster user experience</a:t>
            </a:r>
          </a:p>
          <a:p>
            <a:pPr marL="285750" indent="-285750">
              <a:buFont typeface="Arial" panose="020B0604020202020204" pitchFamily="34" charset="0"/>
              <a:buChar char="•"/>
            </a:pPr>
            <a:r>
              <a:rPr lang="en-US" dirty="0"/>
              <a:t>Asynchronous communication</a:t>
            </a:r>
          </a:p>
          <a:p>
            <a:pPr marL="285750" indent="-285750">
              <a:buFont typeface="Arial" panose="020B0604020202020204" pitchFamily="34" charset="0"/>
              <a:buChar char="•"/>
            </a:pPr>
            <a:r>
              <a:rPr lang="en-US" dirty="0"/>
              <a:t>Reduces server load</a:t>
            </a:r>
          </a:p>
          <a:p>
            <a:pPr marL="285750" indent="-285750">
              <a:buFont typeface="Arial" panose="020B0604020202020204" pitchFamily="34" charset="0"/>
              <a:buChar char="•"/>
            </a:pPr>
            <a:r>
              <a:rPr lang="en-US" dirty="0"/>
              <a:t>Improves performance</a:t>
            </a:r>
          </a:p>
          <a:p>
            <a:endParaRPr lang="en-US" dirty="0"/>
          </a:p>
        </p:txBody>
      </p:sp>
    </p:spTree>
    <p:extLst>
      <p:ext uri="{BB962C8B-B14F-4D97-AF65-F5344CB8AC3E}">
        <p14:creationId xmlns:p14="http://schemas.microsoft.com/office/powerpoint/2010/main" val="17185638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sharepoint/v3"/>
    <ds:schemaRef ds:uri="http://schemas.microsoft.com/office/2006/documentManagement/types"/>
    <ds:schemaRef ds:uri="http://www.w3.org/XML/1998/namespace"/>
    <ds:schemaRef ds:uri="71af3243-3dd4-4a8d-8c0d-dd76da1f02a5"/>
    <ds:schemaRef ds:uri="230e9df3-be65-4c73-a93b-d1236ebd677e"/>
    <ds:schemaRef ds:uri="http://purl.org/dc/elements/1.1/"/>
    <ds:schemaRef ds:uri="http://schemas.microsoft.com/office/infopath/2007/PartnerControls"/>
    <ds:schemaRef ds:uri="http://purl.org/dc/dcmitype/"/>
    <ds:schemaRef ds:uri="http://schemas.openxmlformats.org/package/2006/metadata/core-properties"/>
    <ds:schemaRef ds:uri="16c05727-aa75-4e4a-9b5f-8a80a1165891"/>
    <ds:schemaRef ds:uri="http://schemas.microsoft.com/office/2006/metadata/properties"/>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{505BE403-F22F-4497-900A-E0BF590C0404}TF8a9b5915-b8c7-461e-8cdd-693d48b5e32371f7b7e2_win32-4bf0b9a2ea37</Template>
  <TotalTime>313</TotalTime>
  <Words>7590</Words>
  <Application>Microsoft Office PowerPoint</Application>
  <PresentationFormat>Widescreen</PresentationFormat>
  <Paragraphs>1102</Paragraphs>
  <Slides>75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75</vt:i4>
      </vt:variant>
    </vt:vector>
  </HeadingPairs>
  <TitlesOfParts>
    <vt:vector size="82" baseType="lpstr">
      <vt:lpstr>Arial</vt:lpstr>
      <vt:lpstr>Arial Black</vt:lpstr>
      <vt:lpstr>Calibri</vt:lpstr>
      <vt:lpstr>Courier New</vt:lpstr>
      <vt:lpstr>Nunito</vt:lpstr>
      <vt:lpstr>Sabon Next LT</vt:lpstr>
      <vt:lpstr>Custom</vt:lpstr>
      <vt:lpstr>UNIT – 1  Introduction to Web</vt:lpstr>
      <vt:lpstr>Introduction to Web</vt:lpstr>
      <vt:lpstr>Key Components and Concepts</vt:lpstr>
      <vt:lpstr>Server - Client</vt:lpstr>
      <vt:lpstr>PowerPoint Presentation</vt:lpstr>
      <vt:lpstr>Client-Server Model</vt:lpstr>
      <vt:lpstr>PowerPoint Presentation</vt:lpstr>
      <vt:lpstr>How a Browser Interacts With a Server</vt:lpstr>
      <vt:lpstr>Types of Client-Server Architecture</vt:lpstr>
      <vt:lpstr>Communication Protocol (HTTP)</vt:lpstr>
      <vt:lpstr>PowerPoint Presentation</vt:lpstr>
      <vt:lpstr>PowerPoint Presentation</vt:lpstr>
      <vt:lpstr>PowerPoint Presentation</vt:lpstr>
      <vt:lpstr>PowerPoint Presentation</vt:lpstr>
      <vt:lpstr>PowerPoint Presentation</vt:lpstr>
      <vt:lpstr>PowerPoint Presentation</vt:lpstr>
      <vt:lpstr>Structure of HTML Documents</vt:lpstr>
      <vt:lpstr>PowerPoint Presentation</vt:lpstr>
      <vt:lpstr>PowerPoint Presentation</vt:lpstr>
      <vt:lpstr>PowerPoint Presentation</vt:lpstr>
      <vt:lpstr>PowerPoint Presentation</vt:lpstr>
      <vt:lpstr>Basic Markup tags </vt:lpstr>
      <vt:lpstr>PowerPoint Presentation</vt:lpstr>
      <vt:lpstr>PowerPoint Presentation</vt:lpstr>
      <vt:lpstr>PowerPoint Presentation</vt:lpstr>
      <vt:lpstr>Working with Text and Images with CSS</vt:lpstr>
      <vt:lpstr>PowerPoint Presentation</vt:lpstr>
      <vt:lpstr>PowerPoint Presentation</vt:lpstr>
      <vt:lpstr>PowerPoint Presentation</vt:lpstr>
      <vt:lpstr>PowerPoint Presentation</vt:lpstr>
      <vt:lpstr>PowerPoint Presentation</vt:lpstr>
      <vt:lpstr>PowerPoint Presentation</vt:lpstr>
      <vt:lpstr>CSS Selectors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CSS Flexbox</vt:lpstr>
      <vt:lpstr>PowerPoint Presentation</vt:lpstr>
      <vt:lpstr>PowerPoint Presentation</vt:lpstr>
      <vt:lpstr>PowerPoint Presentation</vt:lpstr>
      <vt:lpstr>PowerPoint Presentation</vt:lpstr>
      <vt:lpstr>PowerPoint Presentation</vt:lpstr>
      <vt:lpstr>JavaScript: Data Types and Variables</vt:lpstr>
      <vt:lpstr>PowerPoint Presentation</vt:lpstr>
      <vt:lpstr>PowerPoint Presentation</vt:lpstr>
      <vt:lpstr>PowerPoint Presentation</vt:lpstr>
      <vt:lpstr>PowerPoint Presentation</vt:lpstr>
      <vt:lpstr>PowerPoint Presentation</vt:lpstr>
      <vt:lpstr>PowerPoint Presentation</vt:lpstr>
      <vt:lpstr>JavaScript: Functions</vt:lpstr>
      <vt:lpstr>PowerPoint Presentation</vt:lpstr>
      <vt:lpstr>PowerPoint Presentation</vt:lpstr>
      <vt:lpstr>PowerPoint Presentation</vt:lpstr>
      <vt:lpstr>PowerPoint Presentation</vt:lpstr>
      <vt:lpstr>JavaScript: Events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AJAX: GET and POST</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Ayush Patel</dc:creator>
  <cp:lastModifiedBy>Ayush Patel</cp:lastModifiedBy>
  <cp:revision>8</cp:revision>
  <dcterms:created xsi:type="dcterms:W3CDTF">2026-02-12T15:49:04Z</dcterms:created>
  <dcterms:modified xsi:type="dcterms:W3CDTF">2026-02-17T01:29:30Z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