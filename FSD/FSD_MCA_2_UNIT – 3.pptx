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4" roundtripDataSignature="AMtx7mjyqHiipW16PiRKH0QtLtL2Zpkg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6897961-78DA-4F1E-8919-7975A99834D8}">
  <a:tblStyle styleId="{A6897961-78DA-4F1E-8919-7975A99834D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BA9145A9-24C7-4589-A7C5-3B1FB2BEE7CA}"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customschemas.google.com/relationships/presentationmetadata" Target="metadata"/><Relationship Id="rId83" Type="http://schemas.openxmlformats.org/officeDocument/2006/relationships/slide" Target="slides/slide78.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8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8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4" name="Google Shape;14;p8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8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 name="Google Shape;20;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8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8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26" name="Google Shape;26;p8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8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8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 name="Google Shape;32;p8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 name="Google Shape;33;p8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8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8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9" name="Google Shape;39;p8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0" name="Google Shape;40;p8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1" name="Google Shape;41;p8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2" name="Google Shape;42;p8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8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8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8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57" name="Google Shape;57;p8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58" name="Google Shape;58;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8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88"/>
          <p:cNvSpPr/>
          <p:nvPr>
            <p:ph idx="2" type="pic"/>
          </p:nvPr>
        </p:nvSpPr>
        <p:spPr>
          <a:xfrm>
            <a:off x="5183188" y="987425"/>
            <a:ext cx="6172200" cy="4873625"/>
          </a:xfrm>
          <a:prstGeom prst="rect">
            <a:avLst/>
          </a:prstGeom>
          <a:noFill/>
          <a:ln>
            <a:noFill/>
          </a:ln>
        </p:spPr>
      </p:sp>
      <p:sp>
        <p:nvSpPr>
          <p:cNvPr id="64" name="Google Shape;64;p8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5" name="Google Shape;65;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8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1" name="Google Shape;71;p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9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9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7" name="Google Shape;77;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 name="Google Shape;8;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9" name="Google Shape;9;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0" name="Google Shape;10;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lt1"/>
                </a:solidFill>
                <a:latin typeface="Calibri"/>
                <a:ea typeface="Calibri"/>
                <a:cs typeface="Calibri"/>
                <a:sym typeface="Calibri"/>
              </a:defRPr>
            </a:lvl1pPr>
            <a:lvl2pPr indent="0" lvl="1" marL="0" marR="0" rtl="0" algn="r">
              <a:spcBef>
                <a:spcPts val="0"/>
              </a:spcBef>
              <a:buNone/>
              <a:defRPr b="0" i="0" sz="1200" u="none" cap="none" strike="noStrike">
                <a:solidFill>
                  <a:schemeClr val="lt1"/>
                </a:solidFill>
                <a:latin typeface="Calibri"/>
                <a:ea typeface="Calibri"/>
                <a:cs typeface="Calibri"/>
                <a:sym typeface="Calibri"/>
              </a:defRPr>
            </a:lvl2pPr>
            <a:lvl3pPr indent="0" lvl="2" marL="0" marR="0" rtl="0" algn="r">
              <a:spcBef>
                <a:spcPts val="0"/>
              </a:spcBef>
              <a:buNone/>
              <a:defRPr b="0" i="0" sz="1200" u="none" cap="none" strike="noStrike">
                <a:solidFill>
                  <a:schemeClr val="lt1"/>
                </a:solidFill>
                <a:latin typeface="Calibri"/>
                <a:ea typeface="Calibri"/>
                <a:cs typeface="Calibri"/>
                <a:sym typeface="Calibri"/>
              </a:defRPr>
            </a:lvl3pPr>
            <a:lvl4pPr indent="0" lvl="3" marL="0" marR="0" rtl="0" algn="r">
              <a:spcBef>
                <a:spcPts val="0"/>
              </a:spcBef>
              <a:buNone/>
              <a:defRPr b="0" i="0" sz="1200" u="none" cap="none" strike="noStrike">
                <a:solidFill>
                  <a:schemeClr val="lt1"/>
                </a:solidFill>
                <a:latin typeface="Calibri"/>
                <a:ea typeface="Calibri"/>
                <a:cs typeface="Calibri"/>
                <a:sym typeface="Calibri"/>
              </a:defRPr>
            </a:lvl4pPr>
            <a:lvl5pPr indent="0" lvl="4" marL="0" marR="0" rtl="0" algn="r">
              <a:spcBef>
                <a:spcPts val="0"/>
              </a:spcBef>
              <a:buNone/>
              <a:defRPr b="0" i="0" sz="1200" u="none" cap="none" strike="noStrike">
                <a:solidFill>
                  <a:schemeClr val="lt1"/>
                </a:solidFill>
                <a:latin typeface="Calibri"/>
                <a:ea typeface="Calibri"/>
                <a:cs typeface="Calibri"/>
                <a:sym typeface="Calibri"/>
              </a:defRPr>
            </a:lvl5pPr>
            <a:lvl6pPr indent="0" lvl="5" marL="0" marR="0" rtl="0" algn="r">
              <a:spcBef>
                <a:spcPts val="0"/>
              </a:spcBef>
              <a:buNone/>
              <a:defRPr b="0" i="0" sz="1200" u="none" cap="none" strike="noStrike">
                <a:solidFill>
                  <a:schemeClr val="lt1"/>
                </a:solidFill>
                <a:latin typeface="Calibri"/>
                <a:ea typeface="Calibri"/>
                <a:cs typeface="Calibri"/>
                <a:sym typeface="Calibri"/>
              </a:defRPr>
            </a:lvl6pPr>
            <a:lvl7pPr indent="0" lvl="6" marL="0" marR="0" rtl="0" algn="r">
              <a:spcBef>
                <a:spcPts val="0"/>
              </a:spcBef>
              <a:buNone/>
              <a:defRPr b="0" i="0" sz="1200" u="none" cap="none" strike="noStrike">
                <a:solidFill>
                  <a:schemeClr val="lt1"/>
                </a:solidFill>
                <a:latin typeface="Calibri"/>
                <a:ea typeface="Calibri"/>
                <a:cs typeface="Calibri"/>
                <a:sym typeface="Calibri"/>
              </a:defRPr>
            </a:lvl7pPr>
            <a:lvl8pPr indent="0" lvl="7" marL="0" marR="0" rtl="0" algn="r">
              <a:spcBef>
                <a:spcPts val="0"/>
              </a:spcBef>
              <a:buNone/>
              <a:defRPr b="0" i="0" sz="1200" u="none" cap="none" strike="noStrike">
                <a:solidFill>
                  <a:schemeClr val="lt1"/>
                </a:solidFill>
                <a:latin typeface="Calibri"/>
                <a:ea typeface="Calibri"/>
                <a:cs typeface="Calibri"/>
                <a:sym typeface="Calibri"/>
              </a:defRPr>
            </a:lvl8pPr>
            <a:lvl9pPr indent="0" lvl="8" marL="0" marR="0" rtl="0" algn="r">
              <a:spcBef>
                <a:spcPts val="0"/>
              </a:spcBef>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Calibri"/>
              <a:buNone/>
            </a:pPr>
            <a:r>
              <a:rPr lang="en-US"/>
              <a:t>UNIT – 3</a:t>
            </a:r>
            <a:br>
              <a:rPr lang="en-US"/>
            </a:br>
            <a:r>
              <a:rPr lang="en-US"/>
              <a:t>Advanced Node JS and Database</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lang="en-US"/>
              <a:t>PRESENTED BY PROF.HIMANI KHODIFAD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Advanced Node JS and Database</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Advanced Node.js involves mastering its unique architecture and integrating effectively with various databases to build scalable, high-performance applications. Key areas of focus include: </a:t>
            </a:r>
            <a:endParaRPr/>
          </a:p>
          <a:p>
            <a:pPr indent="-50800" lvl="0" marL="228600" rtl="0" algn="l">
              <a:lnSpc>
                <a:spcPct val="90000"/>
              </a:lnSpc>
              <a:spcBef>
                <a:spcPts val="1000"/>
              </a:spcBef>
              <a:spcAft>
                <a:spcPts val="0"/>
              </a:spcAft>
              <a:buClr>
                <a:schemeClr val="lt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ctrTitle"/>
          </p:nvPr>
        </p:nvSpPr>
        <p:spPr>
          <a:xfrm>
            <a:off x="1524000" y="2235200"/>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Introduction to NoSQL databases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What is NoSQL?</a:t>
            </a:r>
            <a:endParaRPr/>
          </a:p>
        </p:txBody>
      </p:sp>
      <p:sp>
        <p:nvSpPr>
          <p:cNvPr id="102" name="Google Shape;102;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3495" lvl="0" marL="228600" rtl="0" algn="ctr">
              <a:lnSpc>
                <a:spcPct val="90000"/>
              </a:lnSpc>
              <a:spcBef>
                <a:spcPts val="0"/>
              </a:spcBef>
              <a:spcAft>
                <a:spcPts val="0"/>
              </a:spcAft>
              <a:buClr>
                <a:schemeClr val="lt1"/>
              </a:buClr>
              <a:buSzPct val="100000"/>
              <a:buNone/>
            </a:pPr>
            <a:r>
              <a:t/>
            </a:r>
            <a:endParaRPr b="1" sz="3800" u="sng"/>
          </a:p>
          <a:p>
            <a:pPr indent="-228600" lvl="0" marL="228600" rtl="0" algn="l">
              <a:lnSpc>
                <a:spcPct val="90000"/>
              </a:lnSpc>
              <a:spcBef>
                <a:spcPts val="1000"/>
              </a:spcBef>
              <a:spcAft>
                <a:spcPts val="0"/>
              </a:spcAft>
              <a:buClr>
                <a:schemeClr val="lt1"/>
              </a:buClr>
              <a:buSzPct val="100000"/>
              <a:buChar char="•"/>
            </a:pPr>
            <a:r>
              <a:rPr lang="en-US"/>
              <a:t>NoSQL Database is a non-relational Data Management System, that does not require a fixed schema. It avoids joins, and is easy to scale. The major purpose of using a NoSQL database is for distributed data stores with humongous data storage needs. NoSQL is used for Big data and real-time web apps. For example, companies like Twitter, Facebook and Google collect terabytes of user data every single day.</a:t>
            </a:r>
            <a:endParaRPr/>
          </a:p>
          <a:p>
            <a:pPr indent="-228600" lvl="0" marL="228600" rtl="0" algn="l">
              <a:lnSpc>
                <a:spcPct val="90000"/>
              </a:lnSpc>
              <a:spcBef>
                <a:spcPts val="1000"/>
              </a:spcBef>
              <a:spcAft>
                <a:spcPts val="0"/>
              </a:spcAft>
              <a:buClr>
                <a:schemeClr val="lt1"/>
              </a:buClr>
              <a:buSzPct val="100000"/>
              <a:buChar char="•"/>
            </a:pPr>
            <a:r>
              <a:rPr lang="en-US"/>
              <a:t>NoSQL database stands for “Not Only SQL” or “Not SQL.” Though a better term would be “NoREL”, NoSQL caught on. Carl Strozz introduced the NoSQL concept in 1998.</a:t>
            </a:r>
            <a:endParaRPr/>
          </a:p>
          <a:p>
            <a:pPr indent="-228600" lvl="0" marL="228600" rtl="0" algn="l">
              <a:lnSpc>
                <a:spcPct val="90000"/>
              </a:lnSpc>
              <a:spcBef>
                <a:spcPts val="1000"/>
              </a:spcBef>
              <a:spcAft>
                <a:spcPts val="0"/>
              </a:spcAft>
              <a:buClr>
                <a:schemeClr val="lt1"/>
              </a:buClr>
              <a:buSzPct val="100000"/>
              <a:buChar char="•"/>
            </a:pPr>
            <a:r>
              <a:rPr lang="en-US"/>
              <a:t>Traditional RDBMS uses SQL syntax to store and retrieve data for further insights. Instead, a NoSQL database system encompasses a wide range of database technologies that can store structured, semi-structured, unstructured and polymorphic data.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2400"/>
              <a:buFont typeface="Calibri"/>
              <a:buNone/>
            </a:pPr>
            <a:r>
              <a:rPr lang="en-US" sz="2400"/>
              <a:t>Let’s understand about NoSQL with a diagram in this NoSQL database tutorial:</a:t>
            </a:r>
            <a:endParaRPr/>
          </a:p>
        </p:txBody>
      </p:sp>
      <p:pic>
        <p:nvPicPr>
          <p:cNvPr id="108" name="Google Shape;108;p5"/>
          <p:cNvPicPr preferRelativeResize="0"/>
          <p:nvPr>
            <p:ph idx="1" type="body"/>
          </p:nvPr>
        </p:nvPicPr>
        <p:blipFill rotWithShape="1">
          <a:blip r:embed="rId3">
            <a:alphaModFix/>
          </a:blip>
          <a:srcRect b="0" l="0" r="0" t="0"/>
          <a:stretch/>
        </p:blipFill>
        <p:spPr>
          <a:xfrm>
            <a:off x="2284863" y="2251982"/>
            <a:ext cx="7622274" cy="34986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Why NoSQL?</a:t>
            </a:r>
            <a:endParaRPr/>
          </a:p>
        </p:txBody>
      </p:sp>
      <p:sp>
        <p:nvSpPr>
          <p:cNvPr id="114" name="Google Shape;114;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The  concept  of  NoSQL  databases  became  popular  with  Internet  giants  like  Google,  Facebook,  Amazon,  etc.  who  deal  with  huge  volumes  of  data.  The  system  response  time  becomes  slow  when  you  use  RDBMS  for  massive  volumes  of  data To  resolve  this  problem,  we  could  “scale  up”  our  systems  by  upgrading  our  existing   hardware.  This  process  is  expensive.</a:t>
            </a:r>
            <a:endParaRPr/>
          </a:p>
          <a:p>
            <a:pPr indent="-50800" lvl="0" marL="228600" rtl="0" algn="l">
              <a:lnSpc>
                <a:spcPct val="90000"/>
              </a:lnSpc>
              <a:spcBef>
                <a:spcPts val="1000"/>
              </a:spcBef>
              <a:spcAft>
                <a:spcPts val="0"/>
              </a:spcAft>
              <a:buClr>
                <a:schemeClr val="lt1"/>
              </a:buClr>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Brief History of NoSQL Databases</a:t>
            </a:r>
            <a:endParaRPr/>
          </a:p>
        </p:txBody>
      </p:sp>
      <p:sp>
        <p:nvSpPr>
          <p:cNvPr id="120" name="Google Shape;120;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lt1"/>
              </a:buClr>
              <a:buSzPts val="2800"/>
              <a:buChar char="•"/>
            </a:pPr>
            <a:r>
              <a:rPr lang="en-US"/>
              <a:t>1998-  Carlo  Strozzi  use  the  term  NoSQL  for  his  lightweight,  open-source  relational  </a:t>
            </a:r>
            <a:endParaRPr/>
          </a:p>
          <a:p>
            <a:pPr indent="-228600" lvl="0" marL="228600" rtl="0" algn="l">
              <a:lnSpc>
                <a:spcPct val="90000"/>
              </a:lnSpc>
              <a:spcBef>
                <a:spcPts val="1000"/>
              </a:spcBef>
              <a:spcAft>
                <a:spcPts val="0"/>
              </a:spcAft>
              <a:buClr>
                <a:schemeClr val="lt1"/>
              </a:buClr>
              <a:buSzPts val="2800"/>
              <a:buChar char="•"/>
            </a:pPr>
            <a:r>
              <a:rPr lang="en-US"/>
              <a:t>database</a:t>
            </a:r>
            <a:endParaRPr/>
          </a:p>
          <a:p>
            <a:pPr indent="-228600" lvl="0" marL="228600" rtl="0" algn="l">
              <a:lnSpc>
                <a:spcPct val="90000"/>
              </a:lnSpc>
              <a:spcBef>
                <a:spcPts val="1000"/>
              </a:spcBef>
              <a:spcAft>
                <a:spcPts val="0"/>
              </a:spcAft>
              <a:buClr>
                <a:schemeClr val="lt1"/>
              </a:buClr>
              <a:buSzPts val="2800"/>
              <a:buChar char="•"/>
            </a:pPr>
            <a:r>
              <a:rPr lang="en-US"/>
              <a:t>2000-  Graph  database  Neo4j  is  launched</a:t>
            </a:r>
            <a:endParaRPr/>
          </a:p>
          <a:p>
            <a:pPr indent="-228600" lvl="0" marL="228600" rtl="0" algn="l">
              <a:lnSpc>
                <a:spcPct val="90000"/>
              </a:lnSpc>
              <a:spcBef>
                <a:spcPts val="1000"/>
              </a:spcBef>
              <a:spcAft>
                <a:spcPts val="0"/>
              </a:spcAft>
              <a:buClr>
                <a:schemeClr val="lt1"/>
              </a:buClr>
              <a:buSzPts val="2800"/>
              <a:buChar char="•"/>
            </a:pPr>
            <a:r>
              <a:rPr lang="en-US"/>
              <a:t>2004-  Google  BigTable  is  launched</a:t>
            </a:r>
            <a:endParaRPr/>
          </a:p>
          <a:p>
            <a:pPr indent="-228600" lvl="0" marL="228600" rtl="0" algn="l">
              <a:lnSpc>
                <a:spcPct val="90000"/>
              </a:lnSpc>
              <a:spcBef>
                <a:spcPts val="1000"/>
              </a:spcBef>
              <a:spcAft>
                <a:spcPts val="0"/>
              </a:spcAft>
              <a:buClr>
                <a:schemeClr val="lt1"/>
              </a:buClr>
              <a:buSzPts val="2800"/>
              <a:buChar char="•"/>
            </a:pPr>
            <a:r>
              <a:rPr lang="en-US"/>
              <a:t>2005-  CouchDB  is  launched</a:t>
            </a:r>
            <a:endParaRPr/>
          </a:p>
          <a:p>
            <a:pPr indent="-228600" lvl="0" marL="228600" rtl="0" algn="l">
              <a:lnSpc>
                <a:spcPct val="90000"/>
              </a:lnSpc>
              <a:spcBef>
                <a:spcPts val="1000"/>
              </a:spcBef>
              <a:spcAft>
                <a:spcPts val="0"/>
              </a:spcAft>
              <a:buClr>
                <a:schemeClr val="lt1"/>
              </a:buClr>
              <a:buSzPts val="2800"/>
              <a:buChar char="•"/>
            </a:pPr>
            <a:r>
              <a:rPr lang="en-US"/>
              <a:t>2007-  The  research  paper  on  Amazon  Dynamo  is  released</a:t>
            </a:r>
            <a:endParaRPr/>
          </a:p>
          <a:p>
            <a:pPr indent="-228600" lvl="0" marL="228600" rtl="0" algn="l">
              <a:lnSpc>
                <a:spcPct val="90000"/>
              </a:lnSpc>
              <a:spcBef>
                <a:spcPts val="1000"/>
              </a:spcBef>
              <a:spcAft>
                <a:spcPts val="0"/>
              </a:spcAft>
              <a:buClr>
                <a:schemeClr val="lt1"/>
              </a:buClr>
              <a:buSzPts val="2800"/>
              <a:buChar char="•"/>
            </a:pPr>
            <a:r>
              <a:rPr lang="en-US"/>
              <a:t>2008-  Facebooks  open  sources  the  Cassandra  project</a:t>
            </a:r>
            <a:endParaRPr/>
          </a:p>
          <a:p>
            <a:pPr indent="-228600" lvl="0" marL="228600" rtl="0" algn="l">
              <a:lnSpc>
                <a:spcPct val="90000"/>
              </a:lnSpc>
              <a:spcBef>
                <a:spcPts val="1000"/>
              </a:spcBef>
              <a:spcAft>
                <a:spcPts val="0"/>
              </a:spcAft>
              <a:buClr>
                <a:schemeClr val="lt1"/>
              </a:buClr>
              <a:buSzPts val="2800"/>
              <a:buChar char="•"/>
            </a:pPr>
            <a:r>
              <a:rPr lang="en-US"/>
              <a:t>2009-  The  term  NoSQL  was  reintroduced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Features of NoSQL</a:t>
            </a:r>
            <a:endParaRPr/>
          </a:p>
        </p:txBody>
      </p:sp>
      <p:sp>
        <p:nvSpPr>
          <p:cNvPr id="126" name="Google Shape;126;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lt1"/>
              </a:buClr>
              <a:buSzPct val="100000"/>
              <a:buChar char="•"/>
            </a:pPr>
            <a:r>
              <a:rPr b="1" lang="en-US" u="sng"/>
              <a:t>Non-relational</a:t>
            </a:r>
            <a:endParaRPr/>
          </a:p>
          <a:p>
            <a:pPr indent="-228600" lvl="1" marL="685800" rtl="0" algn="l">
              <a:lnSpc>
                <a:spcPct val="90000"/>
              </a:lnSpc>
              <a:spcBef>
                <a:spcPts val="500"/>
              </a:spcBef>
              <a:spcAft>
                <a:spcPts val="0"/>
              </a:spcAft>
              <a:buClr>
                <a:schemeClr val="lt1"/>
              </a:buClr>
              <a:buSzPct val="100000"/>
              <a:buChar char="•"/>
            </a:pPr>
            <a:r>
              <a:rPr lang="en-US"/>
              <a:t>NoSQL  databases  never  follow  the  relational  model</a:t>
            </a:r>
            <a:endParaRPr/>
          </a:p>
          <a:p>
            <a:pPr indent="-228600" lvl="1" marL="685800" rtl="0" algn="l">
              <a:lnSpc>
                <a:spcPct val="90000"/>
              </a:lnSpc>
              <a:spcBef>
                <a:spcPts val="500"/>
              </a:spcBef>
              <a:spcAft>
                <a:spcPts val="0"/>
              </a:spcAft>
              <a:buClr>
                <a:schemeClr val="lt1"/>
              </a:buClr>
              <a:buSzPct val="100000"/>
              <a:buChar char="•"/>
            </a:pPr>
            <a:r>
              <a:rPr lang="en-US"/>
              <a:t>Never  provide  tables  with  flat  fixed-column  records</a:t>
            </a:r>
            <a:endParaRPr/>
          </a:p>
          <a:p>
            <a:pPr indent="-228600" lvl="1" marL="685800" rtl="0" algn="l">
              <a:lnSpc>
                <a:spcPct val="90000"/>
              </a:lnSpc>
              <a:spcBef>
                <a:spcPts val="500"/>
              </a:spcBef>
              <a:spcAft>
                <a:spcPts val="0"/>
              </a:spcAft>
              <a:buClr>
                <a:schemeClr val="lt1"/>
              </a:buClr>
              <a:buSzPct val="100000"/>
              <a:buChar char="•"/>
            </a:pPr>
            <a:r>
              <a:rPr lang="en-US"/>
              <a:t>Work  with  self-contained  aggregates  or  BLOBs</a:t>
            </a:r>
            <a:endParaRPr/>
          </a:p>
          <a:p>
            <a:pPr indent="-228600" lvl="1" marL="685800" rtl="0" algn="l">
              <a:lnSpc>
                <a:spcPct val="90000"/>
              </a:lnSpc>
              <a:spcBef>
                <a:spcPts val="500"/>
              </a:spcBef>
              <a:spcAft>
                <a:spcPts val="0"/>
              </a:spcAft>
              <a:buClr>
                <a:schemeClr val="lt1"/>
              </a:buClr>
              <a:buSzPct val="100000"/>
              <a:buChar char="•"/>
            </a:pPr>
            <a:r>
              <a:rPr lang="en-US"/>
              <a:t>Doesn’t  require  object-relational  mapping  and  data  normalization</a:t>
            </a:r>
            <a:endParaRPr/>
          </a:p>
          <a:p>
            <a:pPr indent="-228600" lvl="1" marL="685800" rtl="0" algn="l">
              <a:lnSpc>
                <a:spcPct val="90000"/>
              </a:lnSpc>
              <a:spcBef>
                <a:spcPts val="500"/>
              </a:spcBef>
              <a:spcAft>
                <a:spcPts val="0"/>
              </a:spcAft>
              <a:buClr>
                <a:schemeClr val="lt1"/>
              </a:buClr>
              <a:buSzPct val="100000"/>
              <a:buChar char="•"/>
            </a:pPr>
            <a:r>
              <a:rPr lang="en-US"/>
              <a:t>No  complex  features  like  query  languages,  query  planners,referential  integrity  joins,  ACID</a:t>
            </a:r>
            <a:endParaRPr/>
          </a:p>
          <a:p>
            <a:pPr indent="-64135" lvl="0" marL="228600" rtl="0" algn="l">
              <a:lnSpc>
                <a:spcPct val="90000"/>
              </a:lnSpc>
              <a:spcBef>
                <a:spcPts val="1000"/>
              </a:spcBef>
              <a:spcAft>
                <a:spcPts val="0"/>
              </a:spcAft>
              <a:buClr>
                <a:schemeClr val="lt1"/>
              </a:buClr>
              <a:buSzPct val="100000"/>
              <a:buNone/>
            </a:pPr>
            <a:r>
              <a:t/>
            </a:r>
            <a:endParaRPr/>
          </a:p>
          <a:p>
            <a:pPr indent="-228600" lvl="0" marL="228600" rtl="0" algn="l">
              <a:lnSpc>
                <a:spcPct val="90000"/>
              </a:lnSpc>
              <a:spcBef>
                <a:spcPts val="1000"/>
              </a:spcBef>
              <a:spcAft>
                <a:spcPts val="0"/>
              </a:spcAft>
              <a:buClr>
                <a:schemeClr val="lt1"/>
              </a:buClr>
              <a:buSzPct val="100000"/>
              <a:buChar char="•"/>
            </a:pPr>
            <a:r>
              <a:rPr b="1" lang="en-US" u="sng"/>
              <a:t>Schema-free</a:t>
            </a:r>
            <a:endParaRPr/>
          </a:p>
          <a:p>
            <a:pPr indent="-228600" lvl="1" marL="685800" rtl="0" algn="l">
              <a:lnSpc>
                <a:spcPct val="90000"/>
              </a:lnSpc>
              <a:spcBef>
                <a:spcPts val="500"/>
              </a:spcBef>
              <a:spcAft>
                <a:spcPts val="0"/>
              </a:spcAft>
              <a:buClr>
                <a:schemeClr val="lt1"/>
              </a:buClr>
              <a:buSzPct val="100000"/>
              <a:buChar char="•"/>
            </a:pPr>
            <a:r>
              <a:rPr lang="en-US"/>
              <a:t>NoSQL  databases  are  either  schema-free  or  have  relaxed  schemas</a:t>
            </a:r>
            <a:endParaRPr/>
          </a:p>
          <a:p>
            <a:pPr indent="-228600" lvl="1" marL="685800" rtl="0" algn="l">
              <a:lnSpc>
                <a:spcPct val="90000"/>
              </a:lnSpc>
              <a:spcBef>
                <a:spcPts val="500"/>
              </a:spcBef>
              <a:spcAft>
                <a:spcPts val="0"/>
              </a:spcAft>
              <a:buClr>
                <a:schemeClr val="lt1"/>
              </a:buClr>
              <a:buSzPct val="100000"/>
              <a:buChar char="•"/>
            </a:pPr>
            <a:r>
              <a:rPr lang="en-US"/>
              <a:t>Do  not  require  any  sort  of  definition  of  the  schema  of  the  data</a:t>
            </a:r>
            <a:endParaRPr/>
          </a:p>
          <a:p>
            <a:pPr indent="-228600" lvl="1" marL="685800" rtl="0" algn="l">
              <a:lnSpc>
                <a:spcPct val="90000"/>
              </a:lnSpc>
              <a:spcBef>
                <a:spcPts val="500"/>
              </a:spcBef>
              <a:spcAft>
                <a:spcPts val="0"/>
              </a:spcAft>
              <a:buClr>
                <a:schemeClr val="lt1"/>
              </a:buClr>
              <a:buSzPct val="100000"/>
              <a:buChar char="•"/>
            </a:pPr>
            <a:r>
              <a:rPr lang="en-US"/>
              <a:t>Offers  heterogeneous  structures  of  data  in  the  same  domain</a:t>
            </a:r>
            <a:endParaRPr/>
          </a:p>
          <a:p>
            <a:pPr indent="-64135" lvl="0" marL="228600" rtl="0" algn="l">
              <a:lnSpc>
                <a:spcPct val="90000"/>
              </a:lnSpc>
              <a:spcBef>
                <a:spcPts val="1000"/>
              </a:spcBef>
              <a:spcAft>
                <a:spcPts val="0"/>
              </a:spcAft>
              <a:buClr>
                <a:schemeClr val="lt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9"/>
          <p:cNvPicPr preferRelativeResize="0"/>
          <p:nvPr>
            <p:ph idx="1" type="body"/>
          </p:nvPr>
        </p:nvPicPr>
        <p:blipFill rotWithShape="1">
          <a:blip r:embed="rId3">
            <a:alphaModFix/>
          </a:blip>
          <a:srcRect b="0" l="0" r="0" t="0"/>
          <a:stretch/>
        </p:blipFill>
        <p:spPr>
          <a:xfrm>
            <a:off x="923109" y="1271451"/>
            <a:ext cx="10258697" cy="500742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0"/>
          <p:cNvSpPr txBox="1"/>
          <p:nvPr>
            <p:ph idx="1" type="body"/>
          </p:nvPr>
        </p:nvSpPr>
        <p:spPr>
          <a:xfrm>
            <a:off x="838200" y="444137"/>
            <a:ext cx="10515600" cy="5732826"/>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lt1"/>
              </a:buClr>
              <a:buSzPct val="100000"/>
              <a:buChar char="•"/>
            </a:pPr>
            <a:r>
              <a:rPr b="1" lang="en-US" u="sng"/>
              <a:t>Simple API</a:t>
            </a:r>
            <a:endParaRPr/>
          </a:p>
          <a:p>
            <a:pPr indent="-228600" lvl="1" marL="685800" rtl="0" algn="l">
              <a:lnSpc>
                <a:spcPct val="90000"/>
              </a:lnSpc>
              <a:spcBef>
                <a:spcPts val="500"/>
              </a:spcBef>
              <a:spcAft>
                <a:spcPts val="0"/>
              </a:spcAft>
              <a:buClr>
                <a:schemeClr val="lt1"/>
              </a:buClr>
              <a:buSzPct val="100000"/>
              <a:buChar char="•"/>
            </a:pPr>
            <a:r>
              <a:rPr lang="en-US"/>
              <a:t>Offers  easy  to  use  interfaces  for  storage  and  querying  data  provided</a:t>
            </a:r>
            <a:endParaRPr/>
          </a:p>
          <a:p>
            <a:pPr indent="-228600" lvl="1" marL="685800" rtl="0" algn="l">
              <a:lnSpc>
                <a:spcPct val="90000"/>
              </a:lnSpc>
              <a:spcBef>
                <a:spcPts val="500"/>
              </a:spcBef>
              <a:spcAft>
                <a:spcPts val="0"/>
              </a:spcAft>
              <a:buClr>
                <a:schemeClr val="lt1"/>
              </a:buClr>
              <a:buSzPct val="100000"/>
              <a:buChar char="•"/>
            </a:pPr>
            <a:r>
              <a:rPr lang="en-US"/>
              <a:t>APIs  allow  low-level  data  manipulation  &amp;  selection  methods</a:t>
            </a:r>
            <a:endParaRPr/>
          </a:p>
          <a:p>
            <a:pPr indent="-228600" lvl="1" marL="685800" rtl="0" algn="l">
              <a:lnSpc>
                <a:spcPct val="90000"/>
              </a:lnSpc>
              <a:spcBef>
                <a:spcPts val="500"/>
              </a:spcBef>
              <a:spcAft>
                <a:spcPts val="0"/>
              </a:spcAft>
              <a:buClr>
                <a:schemeClr val="lt1"/>
              </a:buClr>
              <a:buSzPct val="100000"/>
              <a:buChar char="•"/>
            </a:pPr>
            <a:r>
              <a:rPr lang="en-US"/>
              <a:t>Text-based  protocols  mostly  used  with  HTTP  REST  with  JSON</a:t>
            </a:r>
            <a:endParaRPr/>
          </a:p>
          <a:p>
            <a:pPr indent="-228600" lvl="1" marL="685800" rtl="0" algn="l">
              <a:lnSpc>
                <a:spcPct val="90000"/>
              </a:lnSpc>
              <a:spcBef>
                <a:spcPts val="500"/>
              </a:spcBef>
              <a:spcAft>
                <a:spcPts val="0"/>
              </a:spcAft>
              <a:buClr>
                <a:schemeClr val="lt1"/>
              </a:buClr>
              <a:buSzPct val="100000"/>
              <a:buChar char="•"/>
            </a:pPr>
            <a:r>
              <a:rPr lang="en-US"/>
              <a:t>Mostly  used  no  standard  based  NoSQL  query  language</a:t>
            </a:r>
            <a:endParaRPr/>
          </a:p>
          <a:p>
            <a:pPr indent="-228600" lvl="1" marL="685800" rtl="0" algn="l">
              <a:lnSpc>
                <a:spcPct val="90000"/>
              </a:lnSpc>
              <a:spcBef>
                <a:spcPts val="500"/>
              </a:spcBef>
              <a:spcAft>
                <a:spcPts val="0"/>
              </a:spcAft>
              <a:buClr>
                <a:schemeClr val="lt1"/>
              </a:buClr>
              <a:buSzPct val="100000"/>
              <a:buChar char="•"/>
            </a:pPr>
            <a:r>
              <a:rPr lang="en-US"/>
              <a:t>Web-enabled  databases  running  as  internet-facing  services</a:t>
            </a:r>
            <a:endParaRPr/>
          </a:p>
          <a:p>
            <a:pPr indent="-228600" lvl="0" marL="228600" rtl="0" algn="l">
              <a:lnSpc>
                <a:spcPct val="90000"/>
              </a:lnSpc>
              <a:spcBef>
                <a:spcPts val="1000"/>
              </a:spcBef>
              <a:spcAft>
                <a:spcPts val="0"/>
              </a:spcAft>
              <a:buClr>
                <a:schemeClr val="lt1"/>
              </a:buClr>
              <a:buSzPct val="100000"/>
              <a:buChar char="•"/>
            </a:pPr>
            <a:r>
              <a:rPr b="1" lang="en-US" u="sng"/>
              <a:t>Distributed</a:t>
            </a:r>
            <a:endParaRPr/>
          </a:p>
          <a:p>
            <a:pPr indent="-228600" lvl="1" marL="685800" rtl="0" algn="l">
              <a:lnSpc>
                <a:spcPct val="90000"/>
              </a:lnSpc>
              <a:spcBef>
                <a:spcPts val="500"/>
              </a:spcBef>
              <a:spcAft>
                <a:spcPts val="0"/>
              </a:spcAft>
              <a:buClr>
                <a:schemeClr val="lt1"/>
              </a:buClr>
              <a:buSzPct val="100000"/>
              <a:buChar char="•"/>
            </a:pPr>
            <a:r>
              <a:rPr lang="en-US"/>
              <a:t>Multiple  NoSQL  databases  can  be  executed  in  a  distributed  fashion</a:t>
            </a:r>
            <a:endParaRPr/>
          </a:p>
          <a:p>
            <a:pPr indent="-228600" lvl="1" marL="685800" rtl="0" algn="l">
              <a:lnSpc>
                <a:spcPct val="90000"/>
              </a:lnSpc>
              <a:spcBef>
                <a:spcPts val="500"/>
              </a:spcBef>
              <a:spcAft>
                <a:spcPts val="0"/>
              </a:spcAft>
              <a:buClr>
                <a:schemeClr val="lt1"/>
              </a:buClr>
              <a:buSzPct val="100000"/>
              <a:buChar char="•"/>
            </a:pPr>
            <a:r>
              <a:rPr lang="en-US"/>
              <a:t>Offers  auto-scaling  and  fail-over  capabilities</a:t>
            </a:r>
            <a:endParaRPr/>
          </a:p>
          <a:p>
            <a:pPr indent="-228600" lvl="1" marL="685800" rtl="0" algn="l">
              <a:lnSpc>
                <a:spcPct val="90000"/>
              </a:lnSpc>
              <a:spcBef>
                <a:spcPts val="500"/>
              </a:spcBef>
              <a:spcAft>
                <a:spcPts val="0"/>
              </a:spcAft>
              <a:buClr>
                <a:schemeClr val="lt1"/>
              </a:buClr>
              <a:buSzPct val="100000"/>
              <a:buChar char="•"/>
            </a:pPr>
            <a:r>
              <a:rPr lang="en-US"/>
              <a:t>Often  ACID  concept  can  be  sacrificed  for  scalability  and  throughput</a:t>
            </a:r>
            <a:endParaRPr/>
          </a:p>
          <a:p>
            <a:pPr indent="-228600" lvl="1" marL="685800" rtl="0" algn="l">
              <a:lnSpc>
                <a:spcPct val="90000"/>
              </a:lnSpc>
              <a:spcBef>
                <a:spcPts val="500"/>
              </a:spcBef>
              <a:spcAft>
                <a:spcPts val="0"/>
              </a:spcAft>
              <a:buClr>
                <a:schemeClr val="lt1"/>
              </a:buClr>
              <a:buSzPct val="100000"/>
              <a:buChar char="•"/>
            </a:pPr>
            <a:r>
              <a:rPr lang="en-US"/>
              <a:t>Mostly  no  synchronous  replication  between  distributed  nodes  Asynchronous  Multi-</a:t>
            </a:r>
            <a:endParaRPr/>
          </a:p>
          <a:p>
            <a:pPr indent="-228600" lvl="1" marL="685800" rtl="0" algn="l">
              <a:lnSpc>
                <a:spcPct val="90000"/>
              </a:lnSpc>
              <a:spcBef>
                <a:spcPts val="500"/>
              </a:spcBef>
              <a:spcAft>
                <a:spcPts val="0"/>
              </a:spcAft>
              <a:buClr>
                <a:schemeClr val="lt1"/>
              </a:buClr>
              <a:buSzPct val="100000"/>
              <a:buChar char="•"/>
            </a:pPr>
            <a:r>
              <a:rPr lang="en-US"/>
              <a:t>Master  Replication,  peer-to-peer,  HDFS  Replication</a:t>
            </a:r>
            <a:endParaRPr/>
          </a:p>
          <a:p>
            <a:pPr indent="-228600" lvl="1" marL="685800" rtl="0" algn="l">
              <a:lnSpc>
                <a:spcPct val="90000"/>
              </a:lnSpc>
              <a:spcBef>
                <a:spcPts val="500"/>
              </a:spcBef>
              <a:spcAft>
                <a:spcPts val="0"/>
              </a:spcAft>
              <a:buClr>
                <a:schemeClr val="lt1"/>
              </a:buClr>
              <a:buSzPct val="100000"/>
              <a:buChar char="•"/>
            </a:pPr>
            <a:r>
              <a:rPr lang="en-US"/>
              <a:t>Only  providing  eventual  consistency</a:t>
            </a:r>
            <a:endParaRPr/>
          </a:p>
          <a:p>
            <a:pPr indent="-228600" lvl="1" marL="685800" rtl="0" algn="l">
              <a:lnSpc>
                <a:spcPct val="90000"/>
              </a:lnSpc>
              <a:spcBef>
                <a:spcPts val="500"/>
              </a:spcBef>
              <a:spcAft>
                <a:spcPts val="0"/>
              </a:spcAft>
              <a:buClr>
                <a:schemeClr val="lt1"/>
              </a:buClr>
              <a:buSzPct val="100000"/>
              <a:buChar char="•"/>
            </a:pPr>
            <a:r>
              <a:rPr lang="en-US"/>
              <a:t>Shared  Nothing  Architecture.  This  enables  less  coordination  and  higher  distribution.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1"/>
          <p:cNvPicPr preferRelativeResize="0"/>
          <p:nvPr/>
        </p:nvPicPr>
        <p:blipFill rotWithShape="1">
          <a:blip r:embed="rId3">
            <a:alphaModFix/>
          </a:blip>
          <a:srcRect b="0" l="0" r="0" t="0"/>
          <a:stretch/>
        </p:blipFill>
        <p:spPr>
          <a:xfrm>
            <a:off x="1523865" y="1337365"/>
            <a:ext cx="8888849" cy="405324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ph type="ctrTitle"/>
          </p:nvPr>
        </p:nvSpPr>
        <p:spPr>
          <a:xfrm>
            <a:off x="1524000" y="2235200"/>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MongoDB system overview </a:t>
            </a:r>
            <a:br>
              <a:rPr lang="en-US"/>
            </a:b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What is MongoDB?</a:t>
            </a:r>
            <a:endParaRPr/>
          </a:p>
        </p:txBody>
      </p:sp>
      <p:sp>
        <p:nvSpPr>
          <p:cNvPr id="152" name="Google Shape;152;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MongoDB  is  a  document-oriented  NoSQL  database  used  for  high  volume  data  storage.  Instead  of  using  tables  and  rows  as  in  the  traditional  relational  databases,  MongoDB  makes  use  of  collections  and  documents.  Documents  consist  of  key-value  pairs  which  are  the  basic  unit  of  data  in  MongoDB.  Collections  contain  sets  of  documents  and  function  which  is  the  equivalent  of  relational  database  tables.  MongoDB  is  a  database  which  came  into  light  around the  mid-2000s.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MongoDB Features</a:t>
            </a:r>
            <a:endParaRPr/>
          </a:p>
        </p:txBody>
      </p:sp>
      <p:sp>
        <p:nvSpPr>
          <p:cNvPr id="158" name="Google Shape;15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42900" lvl="0" marL="342900" rtl="0" algn="just">
              <a:lnSpc>
                <a:spcPct val="90000"/>
              </a:lnSpc>
              <a:spcBef>
                <a:spcPts val="0"/>
              </a:spcBef>
              <a:spcAft>
                <a:spcPts val="0"/>
              </a:spcAft>
              <a:buClr>
                <a:schemeClr val="lt1"/>
              </a:buClr>
              <a:buSzPts val="1400"/>
              <a:buFont typeface="Calibri"/>
              <a:buAutoNum type="arabicPeriod"/>
            </a:pPr>
            <a:r>
              <a:rPr lang="en-US" sz="1400"/>
              <a:t>Each  database  contains  collections  which  in  turn  contains  documents.  Each  document  can  be  different  with  a  varying  number  of  fields.  The  size  and  content  of  each  document  can  be  different  from  each  other.</a:t>
            </a:r>
            <a:endParaRPr sz="1400"/>
          </a:p>
          <a:p>
            <a:pPr indent="-342900" lvl="0" marL="342900" rtl="0" algn="just">
              <a:lnSpc>
                <a:spcPct val="90000"/>
              </a:lnSpc>
              <a:spcBef>
                <a:spcPts val="1000"/>
              </a:spcBef>
              <a:spcAft>
                <a:spcPts val="0"/>
              </a:spcAft>
              <a:buClr>
                <a:schemeClr val="lt1"/>
              </a:buClr>
              <a:buSzPts val="1400"/>
              <a:buFont typeface="Calibri"/>
              <a:buAutoNum type="arabicPeriod"/>
            </a:pPr>
            <a:r>
              <a:rPr lang="en-US" sz="1400"/>
              <a:t>The  document  structure  is  more  in  line  with  how  developers  construct  their  classes  and  objects  in  their  respective  programming  languages.  Developers  will  often  say  that their  classes  are  not  rows  and  columns  but  have  a  clear  structure  with  key-value  pairs.</a:t>
            </a:r>
            <a:endParaRPr/>
          </a:p>
          <a:p>
            <a:pPr indent="-342900" lvl="0" marL="342900" rtl="0" algn="just">
              <a:lnSpc>
                <a:spcPct val="90000"/>
              </a:lnSpc>
              <a:spcBef>
                <a:spcPts val="1000"/>
              </a:spcBef>
              <a:spcAft>
                <a:spcPts val="0"/>
              </a:spcAft>
              <a:buClr>
                <a:schemeClr val="lt1"/>
              </a:buClr>
              <a:buSzPts val="1400"/>
              <a:buFont typeface="Calibri"/>
              <a:buAutoNum type="arabicPeriod"/>
            </a:pPr>
            <a:r>
              <a:rPr lang="en-US" sz="1400"/>
              <a:t>The  rows  (or  documents  as  called  in  MongoDB)  doesn’t  need  to  have  a  schema  defined  beforehand.  Instead,  the  fields  can  be  created  on  the  fly.</a:t>
            </a:r>
            <a:endParaRPr/>
          </a:p>
          <a:p>
            <a:pPr indent="-342900" lvl="0" marL="342900" rtl="0" algn="just">
              <a:lnSpc>
                <a:spcPct val="90000"/>
              </a:lnSpc>
              <a:spcBef>
                <a:spcPts val="1000"/>
              </a:spcBef>
              <a:spcAft>
                <a:spcPts val="0"/>
              </a:spcAft>
              <a:buClr>
                <a:schemeClr val="lt1"/>
              </a:buClr>
              <a:buSzPts val="1400"/>
              <a:buFont typeface="Calibri"/>
              <a:buAutoNum type="arabicPeriod"/>
            </a:pPr>
            <a:r>
              <a:rPr lang="en-US" sz="1400"/>
              <a:t>The  data  model  available  within  MongoDB  allows  you  to  represent  hierarchical  relationships,  to  store  arrays,  and  other  more  complex  structures  more  easily.</a:t>
            </a:r>
            <a:endParaRPr sz="1400"/>
          </a:p>
          <a:p>
            <a:pPr indent="-342900" lvl="0" marL="342900" rtl="0" algn="just">
              <a:lnSpc>
                <a:spcPct val="90000"/>
              </a:lnSpc>
              <a:spcBef>
                <a:spcPts val="1000"/>
              </a:spcBef>
              <a:spcAft>
                <a:spcPts val="0"/>
              </a:spcAft>
              <a:buClr>
                <a:schemeClr val="lt1"/>
              </a:buClr>
              <a:buSzPts val="1400"/>
              <a:buFont typeface="Calibri"/>
              <a:buAutoNum type="arabicPeriod"/>
            </a:pPr>
            <a:r>
              <a:rPr lang="en-US" sz="1400"/>
              <a:t> Scalability  –  The  MongoDB  environments  are  very  scalable.  Companies  across  the  world  have  defined  clusters  with  some  of  them  running  100+  nodes  with  around  millions  of  documents  within  the  database</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Key Components of MongoDB Architecture</a:t>
            </a:r>
            <a:endParaRPr/>
          </a:p>
        </p:txBody>
      </p:sp>
      <p:sp>
        <p:nvSpPr>
          <p:cNvPr id="164" name="Google Shape;164;p15"/>
          <p:cNvSpPr txBox="1"/>
          <p:nvPr>
            <p:ph idx="1" type="body"/>
          </p:nvPr>
        </p:nvSpPr>
        <p:spPr>
          <a:xfrm>
            <a:off x="838200" y="1625328"/>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US"/>
              <a:t>Below  are  a  few  of  the  common  terms  used  in  MongoDB</a:t>
            </a:r>
            <a:endParaRPr/>
          </a:p>
          <a:p>
            <a:pPr indent="-514350" lvl="0" marL="514350" rtl="0" algn="l">
              <a:lnSpc>
                <a:spcPct val="90000"/>
              </a:lnSpc>
              <a:spcBef>
                <a:spcPts val="1000"/>
              </a:spcBef>
              <a:spcAft>
                <a:spcPts val="0"/>
              </a:spcAft>
              <a:buClr>
                <a:schemeClr val="lt1"/>
              </a:buClr>
              <a:buSzPts val="2800"/>
              <a:buAutoNum type="arabicPeriod"/>
            </a:pPr>
            <a:r>
              <a:rPr b="1" lang="en-US"/>
              <a:t>_id</a:t>
            </a:r>
            <a:r>
              <a:rPr lang="en-US"/>
              <a:t>  – </a:t>
            </a:r>
            <a:endParaRPr/>
          </a:p>
          <a:p>
            <a:pPr indent="-228600" lvl="1" marL="685800" rtl="0" algn="l">
              <a:lnSpc>
                <a:spcPct val="90000"/>
              </a:lnSpc>
              <a:spcBef>
                <a:spcPts val="500"/>
              </a:spcBef>
              <a:spcAft>
                <a:spcPts val="0"/>
              </a:spcAft>
              <a:buClr>
                <a:schemeClr val="lt1"/>
              </a:buClr>
              <a:buSzPts val="2400"/>
              <a:buChar char="•"/>
            </a:pPr>
            <a:r>
              <a:rPr lang="en-US"/>
              <a:t> This  is  a  field  required  in  every  MongoDB  document.  The  _id  field  represents  a  unique  value  in  the  MongoDB  document.  The  _id  field  is  like  the  document’s  primary key.  If  you  create  a  new  document  without  an  _id  field,  MongoDB  will  automatically  create  the  field.  So  for  example,  if  we  see  the  example  of  the  above  customer  table,  Mongo  DB  will  add  a  24  digit  unique  identifier  to  each  document  in  the  collection</a:t>
            </a:r>
            <a:endParaRPr/>
          </a:p>
          <a:p>
            <a:pPr indent="-76200" lvl="1" marL="685800" rtl="0" algn="l">
              <a:lnSpc>
                <a:spcPct val="90000"/>
              </a:lnSpc>
              <a:spcBef>
                <a:spcPts val="500"/>
              </a:spcBef>
              <a:spcAft>
                <a:spcPts val="0"/>
              </a:spcAft>
              <a:buClr>
                <a:schemeClr val="lt1"/>
              </a:buClr>
              <a:buSzPts val="2400"/>
              <a:buNone/>
            </a:pPr>
            <a:r>
              <a:t/>
            </a:r>
            <a:endParaRPr/>
          </a:p>
          <a:p>
            <a:pPr indent="0" lvl="0" marL="0" rtl="0" algn="l">
              <a:lnSpc>
                <a:spcPct val="90000"/>
              </a:lnSpc>
              <a:spcBef>
                <a:spcPts val="1000"/>
              </a:spcBef>
              <a:spcAft>
                <a:spcPts val="0"/>
              </a:spcAft>
              <a:buClr>
                <a:schemeClr val="lt1"/>
              </a:buClr>
              <a:buSzPts val="2800"/>
              <a:buNone/>
            </a:pPr>
            <a:r>
              <a:t/>
            </a:r>
            <a:endParaRPr/>
          </a:p>
        </p:txBody>
      </p:sp>
      <p:graphicFrame>
        <p:nvGraphicFramePr>
          <p:cNvPr id="165" name="Google Shape;165;p15"/>
          <p:cNvGraphicFramePr/>
          <p:nvPr/>
        </p:nvGraphicFramePr>
        <p:xfrm>
          <a:off x="1648822" y="5091369"/>
          <a:ext cx="3000000" cy="3000000"/>
        </p:xfrm>
        <a:graphic>
          <a:graphicData uri="http://schemas.openxmlformats.org/drawingml/2006/table">
            <a:tbl>
              <a:tblPr bandRow="1" firstRow="1">
                <a:noFill/>
                <a:tableStyleId>{A6897961-78DA-4F1E-8919-7975A99834D8}</a:tableStyleId>
              </a:tblPr>
              <a:tblGrid>
                <a:gridCol w="3032450"/>
                <a:gridCol w="2032000"/>
                <a:gridCol w="2032000"/>
                <a:gridCol w="2032000"/>
              </a:tblGrid>
              <a:tr h="370850">
                <a:tc>
                  <a:txBody>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_Id</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CustomerID</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CustomerName</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OrderID</a:t>
                      </a:r>
                      <a:endParaRPr sz="1800" u="none" cap="none" strike="noStrike"/>
                    </a:p>
                  </a:txBody>
                  <a:tcPr marT="45725" marB="45725" marR="91450" marL="91450" anchor="ctr"/>
                </a:tc>
              </a:tr>
              <a:tr h="370850">
                <a:tc>
                  <a:txBody>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563479cc8a8a4246bd27d784 </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11</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Guru99 </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111</a:t>
                      </a:r>
                      <a:endParaRPr/>
                    </a:p>
                  </a:txBody>
                  <a:tcPr marT="45725" marB="45725" marR="91450" marL="91450" anchor="ctr"/>
                </a:tc>
              </a:tr>
              <a:tr h="370850">
                <a:tc>
                  <a:txBody>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563479cc7a8a4246bd47d784 </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22</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Trevor  Smith</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222</a:t>
                      </a:r>
                      <a:endParaRPr sz="1800" u="none" cap="none" strike="noStrike"/>
                    </a:p>
                  </a:txBody>
                  <a:tcPr marT="45725" marB="45725" marR="91450" marL="91450" anchor="ctr"/>
                </a:tc>
              </a:tr>
              <a:tr h="370850">
                <a:tc>
                  <a:txBody>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563479cc9a8a4246bd57d784 </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33</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b="0" i="0" lang="en-US" sz="1800" u="none" cap="none" strike="noStrike">
                          <a:solidFill>
                            <a:schemeClr val="dk1"/>
                          </a:solidFill>
                          <a:latin typeface="Calibri"/>
                          <a:ea typeface="Calibri"/>
                          <a:cs typeface="Calibri"/>
                          <a:sym typeface="Calibri"/>
                        </a:rPr>
                        <a:t>Nicole </a:t>
                      </a:r>
                      <a:endParaRPr sz="1800" u="none" cap="none" strike="noStrike"/>
                    </a:p>
                  </a:txBody>
                  <a:tcPr marT="45725" marB="45725" marR="91450" marL="91450" anchor="ctr"/>
                </a:tc>
                <a:tc>
                  <a:txBody>
                    <a:bodyPr/>
                    <a:lstStyle/>
                    <a:p>
                      <a:pPr indent="0" lvl="0" marL="0" marR="0" rtl="0" algn="ctr">
                        <a:spcBef>
                          <a:spcPts val="0"/>
                        </a:spcBef>
                        <a:spcAft>
                          <a:spcPts val="0"/>
                        </a:spcAft>
                        <a:buNone/>
                      </a:pPr>
                      <a:r>
                        <a:rPr lang="en-US" sz="1800" u="none" cap="none" strike="noStrike"/>
                        <a:t>333</a:t>
                      </a:r>
                      <a:endParaRPr sz="1800" u="none" cap="none" strike="noStrike"/>
                    </a:p>
                  </a:txBody>
                  <a:tcPr marT="45725" marB="45725" marR="91450" marL="91450"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6"/>
          <p:cNvSpPr txBox="1"/>
          <p:nvPr>
            <p:ph idx="1" type="body"/>
          </p:nvPr>
        </p:nvSpPr>
        <p:spPr>
          <a:xfrm>
            <a:off x="838200" y="304800"/>
            <a:ext cx="10515600" cy="627888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lt1"/>
              </a:buClr>
              <a:buSzPct val="100000"/>
              <a:buNone/>
            </a:pPr>
            <a:r>
              <a:rPr b="1" lang="en-US"/>
              <a:t>2. Collection </a:t>
            </a:r>
            <a:r>
              <a:rPr lang="en-US"/>
              <a:t> –  This  is  a  grouping  of  MongoDB  documents.  A  collection  is  the  equivalent  of  a  table  which  is  created  in  any  other  RDMS  such  as  Oracle  or  MS  SQL.  A  collection  exists  within  a  single  database.  As  seen  from  the  introduction  collections  don’t  enforce  any  sort  of  structure.</a:t>
            </a:r>
            <a:endParaRPr/>
          </a:p>
          <a:p>
            <a:pPr indent="0" lvl="0" marL="0" rtl="0" algn="l">
              <a:lnSpc>
                <a:spcPct val="90000"/>
              </a:lnSpc>
              <a:spcBef>
                <a:spcPts val="1000"/>
              </a:spcBef>
              <a:spcAft>
                <a:spcPts val="0"/>
              </a:spcAft>
              <a:buClr>
                <a:schemeClr val="lt1"/>
              </a:buClr>
              <a:buSzPct val="100000"/>
              <a:buNone/>
            </a:pPr>
            <a:r>
              <a:t/>
            </a:r>
            <a:endParaRPr/>
          </a:p>
          <a:p>
            <a:pPr indent="0" lvl="0" marL="0" rtl="0" algn="l">
              <a:lnSpc>
                <a:spcPct val="90000"/>
              </a:lnSpc>
              <a:spcBef>
                <a:spcPts val="1000"/>
              </a:spcBef>
              <a:spcAft>
                <a:spcPts val="0"/>
              </a:spcAft>
              <a:buClr>
                <a:schemeClr val="lt1"/>
              </a:buClr>
              <a:buSzPct val="100000"/>
              <a:buNone/>
            </a:pPr>
            <a:r>
              <a:rPr b="1" lang="en-US"/>
              <a:t>3. Cursor  </a:t>
            </a:r>
            <a:r>
              <a:rPr lang="en-US"/>
              <a:t>–  This  is  a  pointer  to  the  result  set  of  a  query.  Clients  can  iterate  through  a  cursor  to  retrieve  results.</a:t>
            </a:r>
            <a:endParaRPr/>
          </a:p>
          <a:p>
            <a:pPr indent="0" lvl="0" marL="0" rtl="0" algn="l">
              <a:lnSpc>
                <a:spcPct val="90000"/>
              </a:lnSpc>
              <a:spcBef>
                <a:spcPts val="1000"/>
              </a:spcBef>
              <a:spcAft>
                <a:spcPts val="0"/>
              </a:spcAft>
              <a:buClr>
                <a:schemeClr val="lt1"/>
              </a:buClr>
              <a:buSzPct val="100000"/>
              <a:buNone/>
            </a:pPr>
            <a:r>
              <a:t/>
            </a:r>
            <a:endParaRPr/>
          </a:p>
          <a:p>
            <a:pPr indent="0" lvl="0" marL="0" rtl="0" algn="l">
              <a:lnSpc>
                <a:spcPct val="90000"/>
              </a:lnSpc>
              <a:spcBef>
                <a:spcPts val="1000"/>
              </a:spcBef>
              <a:spcAft>
                <a:spcPts val="0"/>
              </a:spcAft>
              <a:buClr>
                <a:schemeClr val="lt1"/>
              </a:buClr>
              <a:buSzPct val="100000"/>
              <a:buNone/>
            </a:pPr>
            <a:r>
              <a:rPr b="1" lang="en-US"/>
              <a:t>4. Database</a:t>
            </a:r>
            <a:r>
              <a:rPr lang="en-US"/>
              <a:t>  –  This  is  a  container  for  collections  like  in  RDMS  wherein  it  is  a  container  for  tables.  Each  database  gets  its  own  set  of  files  on  the  file  system.  A  MongoDB  server  can  store  multiple  databases.</a:t>
            </a:r>
            <a:endParaRPr/>
          </a:p>
          <a:p>
            <a:pPr indent="0" lvl="0" marL="0" rtl="0" algn="l">
              <a:lnSpc>
                <a:spcPct val="90000"/>
              </a:lnSpc>
              <a:spcBef>
                <a:spcPts val="1000"/>
              </a:spcBef>
              <a:spcAft>
                <a:spcPts val="0"/>
              </a:spcAft>
              <a:buClr>
                <a:schemeClr val="lt1"/>
              </a:buClr>
              <a:buSzPct val="100000"/>
              <a:buNone/>
            </a:pPr>
            <a:r>
              <a:t/>
            </a:r>
            <a:endParaRPr/>
          </a:p>
          <a:p>
            <a:pPr indent="0" lvl="0" marL="0" rtl="0" algn="l">
              <a:lnSpc>
                <a:spcPct val="90000"/>
              </a:lnSpc>
              <a:spcBef>
                <a:spcPts val="1000"/>
              </a:spcBef>
              <a:spcAft>
                <a:spcPts val="0"/>
              </a:spcAft>
              <a:buClr>
                <a:schemeClr val="lt1"/>
              </a:buClr>
              <a:buSzPct val="100000"/>
              <a:buNone/>
            </a:pPr>
            <a:r>
              <a:rPr b="1" lang="en-US"/>
              <a:t>5. Document </a:t>
            </a:r>
            <a:r>
              <a:rPr lang="en-US"/>
              <a:t> –  A  record  in  a  MongoDB  collection  is  basically  called  a  document.  The  document,  in  turn,  will  consist  of  field  name  and  values.</a:t>
            </a:r>
            <a:endParaRPr/>
          </a:p>
          <a:p>
            <a:pPr indent="0" lvl="0" marL="0" rtl="0" algn="l">
              <a:lnSpc>
                <a:spcPct val="90000"/>
              </a:lnSpc>
              <a:spcBef>
                <a:spcPts val="1000"/>
              </a:spcBef>
              <a:spcAft>
                <a:spcPts val="0"/>
              </a:spcAft>
              <a:buClr>
                <a:schemeClr val="lt1"/>
              </a:buClr>
              <a:buSzPct val="100000"/>
              <a:buNone/>
            </a:pPr>
            <a:r>
              <a:t/>
            </a:r>
            <a:endParaRPr/>
          </a:p>
          <a:p>
            <a:pPr indent="0" lvl="0" marL="0" rtl="0" algn="l">
              <a:lnSpc>
                <a:spcPct val="90000"/>
              </a:lnSpc>
              <a:spcBef>
                <a:spcPts val="1000"/>
              </a:spcBef>
              <a:spcAft>
                <a:spcPts val="0"/>
              </a:spcAft>
              <a:buClr>
                <a:schemeClr val="lt1"/>
              </a:buClr>
              <a:buSzPct val="100000"/>
              <a:buNone/>
            </a:pPr>
            <a:r>
              <a:rPr b="1" lang="en-US"/>
              <a:t>6. Field </a:t>
            </a:r>
            <a:r>
              <a:rPr lang="en-US"/>
              <a:t> –  A  name-value  pair  in  a  document.  A  document  has  zero  or  more  fields.  Fields  are  analogous  to  columns  in  relational  databases.The  following  diagram  shows  an  example  of  Fields  with  Key  value  pairs.  So  in  the  example  below  CustomerID  and  11  is  one  of  the  key  value  pair’s  defined  in  the  document.</a:t>
            </a:r>
            <a:endParaRPr/>
          </a:p>
          <a:p>
            <a:pPr indent="0" lvl="0" marL="0" rtl="0" algn="l">
              <a:lnSpc>
                <a:spcPct val="90000"/>
              </a:lnSpc>
              <a:spcBef>
                <a:spcPts val="1000"/>
              </a:spcBef>
              <a:spcAft>
                <a:spcPts val="0"/>
              </a:spcAft>
              <a:buClr>
                <a:schemeClr val="lt1"/>
              </a:buClr>
              <a:buSzPct val="10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17"/>
          <p:cNvPicPr preferRelativeResize="0"/>
          <p:nvPr>
            <p:ph idx="1" type="body"/>
          </p:nvPr>
        </p:nvPicPr>
        <p:blipFill rotWithShape="1">
          <a:blip r:embed="rId3">
            <a:alphaModFix/>
          </a:blip>
          <a:srcRect b="0" l="0" r="0" t="0"/>
          <a:stretch/>
        </p:blipFill>
        <p:spPr>
          <a:xfrm>
            <a:off x="2717712" y="708538"/>
            <a:ext cx="6669490" cy="2492484"/>
          </a:xfrm>
          <a:prstGeom prst="rect">
            <a:avLst/>
          </a:prstGeom>
          <a:noFill/>
          <a:ln>
            <a:noFill/>
          </a:ln>
        </p:spPr>
      </p:pic>
      <p:sp>
        <p:nvSpPr>
          <p:cNvPr id="176" name="Google Shape;176;p17"/>
          <p:cNvSpPr/>
          <p:nvPr/>
        </p:nvSpPr>
        <p:spPr>
          <a:xfrm>
            <a:off x="339634" y="3613445"/>
            <a:ext cx="11521440" cy="884538"/>
          </a:xfrm>
          <a:prstGeom prst="rect">
            <a:avLst/>
          </a:prstGeom>
          <a:noFill/>
          <a:ln>
            <a:noFill/>
          </a:ln>
        </p:spPr>
        <p:txBody>
          <a:bodyPr anchorCtr="0" anchor="t" bIns="45700" lIns="91425" spcFirstLastPara="1" rIns="91425" wrap="square" tIns="45700">
            <a:spAutoFit/>
          </a:bodyPr>
          <a:lstStyle/>
          <a:p>
            <a:pPr indent="0" lvl="0" marL="0" marR="0" rtl="0" algn="l">
              <a:lnSpc>
                <a:spcPct val="70000"/>
              </a:lnSpc>
              <a:spcBef>
                <a:spcPts val="0"/>
              </a:spcBef>
              <a:spcAft>
                <a:spcPts val="0"/>
              </a:spcAft>
              <a:buNone/>
            </a:pPr>
            <a:r>
              <a:rPr b="1" i="0" lang="en-US" sz="2400" u="none" cap="none" strike="noStrike">
                <a:solidFill>
                  <a:schemeClr val="lt1"/>
                </a:solidFill>
                <a:latin typeface="Calibri"/>
                <a:ea typeface="Calibri"/>
                <a:cs typeface="Calibri"/>
                <a:sym typeface="Calibri"/>
              </a:rPr>
              <a:t>7. JSON  –  This  is  known  as  JavaScript  Object  Notation.  This  is  a  human-readable,  plain text  format  for  expressing  structured  data.  JSON  is  currently  supported  in  many programming  languages.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type="ctrTitle"/>
          </p:nvPr>
        </p:nvSpPr>
        <p:spPr>
          <a:xfrm>
            <a:off x="1524000" y="2235200"/>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Basic querying with MongoDB shell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t>Basic Querying in MongoDB Shell (mongosh)</a:t>
            </a:r>
            <a:endParaRPr/>
          </a:p>
        </p:txBody>
      </p:sp>
      <p:sp>
        <p:nvSpPr>
          <p:cNvPr id="187" name="Google Shape;187;p19"/>
          <p:cNvSpPr txBox="1"/>
          <p:nvPr>
            <p:ph idx="1" type="body"/>
          </p:nvPr>
        </p:nvSpPr>
        <p:spPr>
          <a:xfrm>
            <a:off x="391886" y="1524000"/>
            <a:ext cx="11469188" cy="4990011"/>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lt1"/>
              </a:buClr>
              <a:buSzPct val="100000"/>
              <a:buChar char="•"/>
            </a:pPr>
            <a:r>
              <a:rPr lang="en-US"/>
              <a:t>Basic querying in MongoDB Shell (mongosh) primarily uses the db.collection.find() method, which allows you to retrieve documents from a collection.</a:t>
            </a:r>
            <a:endParaRPr/>
          </a:p>
          <a:p>
            <a:pPr indent="-514350" lvl="0" marL="514350" rtl="0" algn="l">
              <a:lnSpc>
                <a:spcPct val="90000"/>
              </a:lnSpc>
              <a:spcBef>
                <a:spcPts val="1000"/>
              </a:spcBef>
              <a:spcAft>
                <a:spcPts val="0"/>
              </a:spcAft>
              <a:buClr>
                <a:schemeClr val="lt1"/>
              </a:buClr>
              <a:buSzPct val="100000"/>
              <a:buAutoNum type="arabicPeriod"/>
            </a:pPr>
            <a:r>
              <a:rPr b="1" lang="en-US"/>
              <a:t>Essential Setup Commands</a:t>
            </a:r>
            <a:endParaRPr/>
          </a:p>
          <a:p>
            <a:pPr indent="-228600" lvl="1" marL="685800" rtl="0" algn="l">
              <a:lnSpc>
                <a:spcPct val="90000"/>
              </a:lnSpc>
              <a:spcBef>
                <a:spcPts val="500"/>
              </a:spcBef>
              <a:spcAft>
                <a:spcPts val="0"/>
              </a:spcAft>
              <a:buClr>
                <a:schemeClr val="lt1"/>
              </a:buClr>
              <a:buSzPct val="100000"/>
              <a:buChar char="•"/>
            </a:pPr>
            <a:r>
              <a:rPr b="1" lang="en-US"/>
              <a:t>Connect to MongoDB</a:t>
            </a:r>
            <a:endParaRPr/>
          </a:p>
          <a:p>
            <a:pPr indent="-228600" lvl="2" marL="1143000" rtl="0" algn="l">
              <a:lnSpc>
                <a:spcPct val="90000"/>
              </a:lnSpc>
              <a:spcBef>
                <a:spcPts val="500"/>
              </a:spcBef>
              <a:spcAft>
                <a:spcPts val="0"/>
              </a:spcAft>
              <a:buClr>
                <a:schemeClr val="lt1"/>
              </a:buClr>
              <a:buSzPct val="100000"/>
              <a:buChar char="•"/>
            </a:pPr>
            <a:r>
              <a:rPr lang="en-US"/>
              <a:t>Open your terminal and run:</a:t>
            </a:r>
            <a:endParaRPr/>
          </a:p>
          <a:p>
            <a:pPr indent="-228600" lvl="3" marL="1600200" rtl="0" algn="l">
              <a:lnSpc>
                <a:spcPct val="90000"/>
              </a:lnSpc>
              <a:spcBef>
                <a:spcPts val="500"/>
              </a:spcBef>
              <a:spcAft>
                <a:spcPts val="0"/>
              </a:spcAft>
              <a:buClr>
                <a:schemeClr val="lt1"/>
              </a:buClr>
              <a:buSzPct val="100000"/>
              <a:buChar char="•"/>
            </a:pPr>
            <a:r>
              <a:rPr b="1" lang="en-US"/>
              <a:t>Mongosh</a:t>
            </a:r>
            <a:endParaRPr b="1"/>
          </a:p>
          <a:p>
            <a:pPr indent="-228600" lvl="2" marL="1143000" rtl="0" algn="l">
              <a:lnSpc>
                <a:spcPct val="90000"/>
              </a:lnSpc>
              <a:spcBef>
                <a:spcPts val="500"/>
              </a:spcBef>
              <a:spcAft>
                <a:spcPts val="0"/>
              </a:spcAft>
              <a:buClr>
                <a:schemeClr val="lt1"/>
              </a:buClr>
              <a:buSzPct val="100000"/>
              <a:buChar char="•"/>
            </a:pPr>
            <a:r>
              <a:rPr lang="en-US"/>
              <a:t>This connects to the local MongoDB instance.</a:t>
            </a:r>
            <a:endParaRPr/>
          </a:p>
          <a:p>
            <a:pPr indent="-228600" lvl="1" marL="685800" rtl="0" algn="l">
              <a:lnSpc>
                <a:spcPct val="90000"/>
              </a:lnSpc>
              <a:spcBef>
                <a:spcPts val="500"/>
              </a:spcBef>
              <a:spcAft>
                <a:spcPts val="0"/>
              </a:spcAft>
              <a:buClr>
                <a:schemeClr val="lt1"/>
              </a:buClr>
              <a:buSzPct val="100000"/>
              <a:buChar char="•"/>
            </a:pPr>
            <a:r>
              <a:rPr lang="en-US"/>
              <a:t>View All Databases</a:t>
            </a:r>
            <a:endParaRPr/>
          </a:p>
          <a:p>
            <a:pPr indent="-228600" lvl="2" marL="1143000" rtl="0" algn="l">
              <a:lnSpc>
                <a:spcPct val="90000"/>
              </a:lnSpc>
              <a:spcBef>
                <a:spcPts val="500"/>
              </a:spcBef>
              <a:spcAft>
                <a:spcPts val="0"/>
              </a:spcAft>
              <a:buClr>
                <a:schemeClr val="lt1"/>
              </a:buClr>
              <a:buSzPct val="100000"/>
              <a:buChar char="•"/>
            </a:pPr>
            <a:r>
              <a:rPr lang="en-US"/>
              <a:t>show dbs</a:t>
            </a:r>
            <a:endParaRPr/>
          </a:p>
          <a:p>
            <a:pPr indent="-228600" lvl="2" marL="1143000" rtl="0" algn="l">
              <a:lnSpc>
                <a:spcPct val="90000"/>
              </a:lnSpc>
              <a:spcBef>
                <a:spcPts val="500"/>
              </a:spcBef>
              <a:spcAft>
                <a:spcPts val="0"/>
              </a:spcAft>
              <a:buClr>
                <a:schemeClr val="lt1"/>
              </a:buClr>
              <a:buSzPct val="100000"/>
              <a:buChar char="•"/>
            </a:pPr>
            <a:r>
              <a:rPr lang="en-US"/>
              <a:t>Displays a list of all databases available in MongoDB.</a:t>
            </a:r>
            <a:endParaRPr/>
          </a:p>
          <a:p>
            <a:pPr indent="-228600" lvl="1" marL="685800" rtl="0" algn="l">
              <a:lnSpc>
                <a:spcPct val="90000"/>
              </a:lnSpc>
              <a:spcBef>
                <a:spcPts val="500"/>
              </a:spcBef>
              <a:spcAft>
                <a:spcPts val="0"/>
              </a:spcAft>
              <a:buClr>
                <a:schemeClr val="lt1"/>
              </a:buClr>
              <a:buSzPct val="100000"/>
              <a:buChar char="•"/>
            </a:pPr>
            <a:r>
              <a:rPr lang="en-US"/>
              <a:t>Switch to a Database</a:t>
            </a:r>
            <a:endParaRPr/>
          </a:p>
          <a:p>
            <a:pPr indent="-228600" lvl="2" marL="1143000" rtl="0" algn="l">
              <a:lnSpc>
                <a:spcPct val="90000"/>
              </a:lnSpc>
              <a:spcBef>
                <a:spcPts val="500"/>
              </a:spcBef>
              <a:spcAft>
                <a:spcPts val="0"/>
              </a:spcAft>
              <a:buClr>
                <a:schemeClr val="lt1"/>
              </a:buClr>
              <a:buSzPct val="100000"/>
              <a:buChar char="•"/>
            </a:pPr>
            <a:r>
              <a:rPr lang="en-US"/>
              <a:t>use &lt;database_name&gt;</a:t>
            </a:r>
            <a:endParaRPr/>
          </a:p>
          <a:p>
            <a:pPr indent="-228600" lvl="2" marL="1143000" rtl="0" algn="l">
              <a:lnSpc>
                <a:spcPct val="90000"/>
              </a:lnSpc>
              <a:spcBef>
                <a:spcPts val="500"/>
              </a:spcBef>
              <a:spcAft>
                <a:spcPts val="0"/>
              </a:spcAft>
              <a:buClr>
                <a:schemeClr val="lt1"/>
              </a:buClr>
              <a:buSzPct val="100000"/>
              <a:buChar char="•"/>
            </a:pPr>
            <a:r>
              <a:rPr lang="en-US"/>
              <a:t>Example: use myDatabase</a:t>
            </a:r>
            <a:endParaRPr/>
          </a:p>
          <a:p>
            <a:pPr indent="-77470" lvl="0" marL="228600" rtl="0" algn="l">
              <a:lnSpc>
                <a:spcPct val="90000"/>
              </a:lnSpc>
              <a:spcBef>
                <a:spcPts val="1000"/>
              </a:spcBef>
              <a:spcAft>
                <a:spcPts val="0"/>
              </a:spcAft>
              <a:buClr>
                <a:schemeClr val="lt1"/>
              </a:buClr>
              <a:buSzPct val="100000"/>
              <a:buNone/>
            </a:pPr>
            <a:r>
              <a:t/>
            </a:r>
            <a:endParaRPr/>
          </a:p>
          <a:p>
            <a:pPr indent="-228600" lvl="0" marL="228600" rtl="0" algn="l">
              <a:lnSpc>
                <a:spcPct val="90000"/>
              </a:lnSpc>
              <a:spcBef>
                <a:spcPts val="1000"/>
              </a:spcBef>
              <a:spcAft>
                <a:spcPts val="0"/>
              </a:spcAft>
              <a:buClr>
                <a:schemeClr val="lt1"/>
              </a:buClr>
              <a:buSzPct val="100000"/>
              <a:buChar char="•"/>
            </a:pPr>
            <a:r>
              <a:rPr lang="en-US"/>
              <a:t>Note:</a:t>
            </a:r>
            <a:br>
              <a:rPr lang="en-US"/>
            </a:br>
            <a:r>
              <a:rPr lang="en-US"/>
              <a:t>A database is </a:t>
            </a:r>
            <a:r>
              <a:rPr b="1" lang="en-US"/>
              <a:t>created automatically when data is first inserted</a:t>
            </a:r>
            <a:r>
              <a:rPr lang="en-US"/>
              <a:t>.</a:t>
            </a:r>
            <a:endParaRPr/>
          </a:p>
          <a:p>
            <a:pPr indent="-99060" lvl="1" marL="685800" rtl="0" algn="l">
              <a:lnSpc>
                <a:spcPct val="90000"/>
              </a:lnSpc>
              <a:spcBef>
                <a:spcPts val="500"/>
              </a:spcBef>
              <a:spcAft>
                <a:spcPts val="0"/>
              </a:spcAft>
              <a:buClr>
                <a:schemeClr val="lt1"/>
              </a:buClr>
              <a:buSzPct val="100000"/>
              <a:buNone/>
            </a:pPr>
            <a:r>
              <a:t/>
            </a:r>
            <a:endParaRPr/>
          </a:p>
          <a:p>
            <a:pPr indent="-99060" lvl="1" marL="685800" rtl="0" algn="l">
              <a:lnSpc>
                <a:spcPct val="90000"/>
              </a:lnSpc>
              <a:spcBef>
                <a:spcPts val="500"/>
              </a:spcBef>
              <a:spcAft>
                <a:spcPts val="0"/>
              </a:spcAft>
              <a:buClr>
                <a:schemeClr val="lt1"/>
              </a:buClr>
              <a:buSzPct val="100000"/>
              <a:buNone/>
            </a:pPr>
            <a:r>
              <a:t/>
            </a:r>
            <a:endParaRPr b="1"/>
          </a:p>
          <a:p>
            <a:pPr indent="0" lvl="0" marL="0" rtl="0" algn="l">
              <a:lnSpc>
                <a:spcPct val="90000"/>
              </a:lnSpc>
              <a:spcBef>
                <a:spcPts val="1000"/>
              </a:spcBef>
              <a:spcAft>
                <a:spcPts val="0"/>
              </a:spcAft>
              <a:buClr>
                <a:schemeClr val="lt1"/>
              </a:buClr>
              <a:buSzPct val="10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0"/>
          <p:cNvSpPr txBox="1"/>
          <p:nvPr>
            <p:ph idx="1" type="body"/>
          </p:nvPr>
        </p:nvSpPr>
        <p:spPr>
          <a:xfrm>
            <a:off x="391886" y="391886"/>
            <a:ext cx="11469188" cy="6122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View Collections in Current Database</a:t>
            </a:r>
            <a:endParaRPr/>
          </a:p>
          <a:p>
            <a:pPr indent="-228600" lvl="1" marL="685800" rtl="0" algn="l">
              <a:lnSpc>
                <a:spcPct val="90000"/>
              </a:lnSpc>
              <a:spcBef>
                <a:spcPts val="500"/>
              </a:spcBef>
              <a:spcAft>
                <a:spcPts val="0"/>
              </a:spcAft>
              <a:buClr>
                <a:schemeClr val="lt1"/>
              </a:buClr>
              <a:buSzPts val="2400"/>
              <a:buChar char="•"/>
            </a:pPr>
            <a:r>
              <a:rPr lang="en-US"/>
              <a:t>show collections</a:t>
            </a:r>
            <a:endParaRPr/>
          </a:p>
          <a:p>
            <a:pPr indent="-228600" lvl="1" marL="685800" rtl="0" algn="l">
              <a:lnSpc>
                <a:spcPct val="90000"/>
              </a:lnSpc>
              <a:spcBef>
                <a:spcPts val="500"/>
              </a:spcBef>
              <a:spcAft>
                <a:spcPts val="0"/>
              </a:spcAft>
              <a:buClr>
                <a:schemeClr val="lt1"/>
              </a:buClr>
              <a:buSzPts val="2400"/>
              <a:buChar char="•"/>
            </a:pPr>
            <a:r>
              <a:rPr lang="en-US"/>
              <a:t>Lists all collections inside the current database.</a:t>
            </a:r>
            <a:endParaRPr/>
          </a:p>
          <a:p>
            <a:pPr indent="0" lvl="0" marL="0" rtl="0" algn="l">
              <a:lnSpc>
                <a:spcPct val="90000"/>
              </a:lnSpc>
              <a:spcBef>
                <a:spcPts val="1000"/>
              </a:spcBef>
              <a:spcAft>
                <a:spcPts val="0"/>
              </a:spcAft>
              <a:buClr>
                <a:schemeClr val="lt1"/>
              </a:buClr>
              <a:buSzPts val="2800"/>
              <a:buNone/>
            </a:pPr>
            <a:r>
              <a:t/>
            </a:r>
            <a:endParaRPr b="1"/>
          </a:p>
          <a:p>
            <a:pPr indent="0" lvl="0" marL="0" rtl="0" algn="l">
              <a:lnSpc>
                <a:spcPct val="90000"/>
              </a:lnSpc>
              <a:spcBef>
                <a:spcPts val="1000"/>
              </a:spcBef>
              <a:spcAft>
                <a:spcPts val="0"/>
              </a:spcAft>
              <a:buClr>
                <a:schemeClr val="lt1"/>
              </a:buClr>
              <a:buSzPts val="2800"/>
              <a:buNone/>
            </a:pPr>
            <a:r>
              <a:rPr b="1" lang="en-US"/>
              <a:t>2. Basic Query Operations</a:t>
            </a:r>
            <a:endParaRPr/>
          </a:p>
          <a:p>
            <a:pPr indent="-228600" lvl="1" marL="685800" rtl="0" algn="l">
              <a:lnSpc>
                <a:spcPct val="90000"/>
              </a:lnSpc>
              <a:spcBef>
                <a:spcPts val="500"/>
              </a:spcBef>
              <a:spcAft>
                <a:spcPts val="0"/>
              </a:spcAft>
              <a:buClr>
                <a:schemeClr val="lt1"/>
              </a:buClr>
              <a:buSzPts val="2400"/>
              <a:buChar char="•"/>
            </a:pPr>
            <a:r>
              <a:rPr b="1" lang="en-US"/>
              <a:t>The main methods used for querying documents are:</a:t>
            </a:r>
            <a:endParaRPr/>
          </a:p>
          <a:p>
            <a:pPr indent="-228600" lvl="2" marL="1143000" rtl="0" algn="l">
              <a:lnSpc>
                <a:spcPct val="90000"/>
              </a:lnSpc>
              <a:spcBef>
                <a:spcPts val="500"/>
              </a:spcBef>
              <a:spcAft>
                <a:spcPts val="0"/>
              </a:spcAft>
              <a:buClr>
                <a:schemeClr val="lt1"/>
              </a:buClr>
              <a:buSzPts val="2000"/>
              <a:buChar char="•"/>
            </a:pPr>
            <a:r>
              <a:rPr b="1" lang="en-US"/>
              <a:t>find()</a:t>
            </a:r>
            <a:endParaRPr/>
          </a:p>
          <a:p>
            <a:pPr indent="-228600" lvl="2" marL="1143000" rtl="0" algn="l">
              <a:lnSpc>
                <a:spcPct val="90000"/>
              </a:lnSpc>
              <a:spcBef>
                <a:spcPts val="500"/>
              </a:spcBef>
              <a:spcAft>
                <a:spcPts val="0"/>
              </a:spcAft>
              <a:buClr>
                <a:schemeClr val="lt1"/>
              </a:buClr>
              <a:buSzPts val="2000"/>
              <a:buChar char="•"/>
            </a:pPr>
            <a:r>
              <a:rPr b="1" lang="en-US"/>
              <a:t>findOne()</a:t>
            </a:r>
            <a:endParaRPr/>
          </a:p>
          <a:p>
            <a:pPr indent="-228600" lvl="1" marL="685800" rtl="0" algn="l">
              <a:lnSpc>
                <a:spcPct val="90000"/>
              </a:lnSpc>
              <a:spcBef>
                <a:spcPts val="500"/>
              </a:spcBef>
              <a:spcAft>
                <a:spcPts val="0"/>
              </a:spcAft>
              <a:buClr>
                <a:schemeClr val="lt1"/>
              </a:buClr>
              <a:buSzPts val="2400"/>
              <a:buChar char="•"/>
            </a:pPr>
            <a:r>
              <a:rPr b="1" lang="en-US"/>
              <a:t>Both methods accept a query filter document as their first parameter.</a:t>
            </a:r>
            <a:endParaRPr/>
          </a:p>
          <a:p>
            <a:pPr indent="-76200" lvl="1" marL="685800" rtl="0" algn="l">
              <a:lnSpc>
                <a:spcPct val="90000"/>
              </a:lnSpc>
              <a:spcBef>
                <a:spcPts val="500"/>
              </a:spcBef>
              <a:spcAft>
                <a:spcPts val="0"/>
              </a:spcAft>
              <a:buClr>
                <a:schemeClr val="lt1"/>
              </a:buClr>
              <a:buSzPts val="2400"/>
              <a:buNone/>
            </a:pPr>
            <a:r>
              <a:t/>
            </a:r>
            <a:endParaRPr b="1"/>
          </a:p>
          <a:p>
            <a:pPr indent="-228600" lvl="1" marL="685800" rtl="0" algn="l">
              <a:lnSpc>
                <a:spcPct val="90000"/>
              </a:lnSpc>
              <a:spcBef>
                <a:spcPts val="500"/>
              </a:spcBef>
              <a:spcAft>
                <a:spcPts val="0"/>
              </a:spcAft>
              <a:buClr>
                <a:schemeClr val="lt1"/>
              </a:buClr>
              <a:buSzPts val="2400"/>
              <a:buChar char="•"/>
            </a:pPr>
            <a:r>
              <a:rPr lang="en-US"/>
              <a:t>Select All Documents</a:t>
            </a:r>
            <a:endParaRPr/>
          </a:p>
          <a:p>
            <a:pPr indent="-228600" lvl="2" marL="1143000" rtl="0" algn="l">
              <a:lnSpc>
                <a:spcPct val="90000"/>
              </a:lnSpc>
              <a:spcBef>
                <a:spcPts val="500"/>
              </a:spcBef>
              <a:spcAft>
                <a:spcPts val="0"/>
              </a:spcAft>
              <a:buClr>
                <a:schemeClr val="lt1"/>
              </a:buClr>
              <a:buSzPts val="2000"/>
              <a:buChar char="•"/>
            </a:pPr>
            <a:r>
              <a:rPr lang="en-US"/>
              <a:t>db.collection.find({})</a:t>
            </a:r>
            <a:endParaRPr/>
          </a:p>
          <a:p>
            <a:pPr indent="0" lvl="3" marL="1371600" rtl="0" algn="l">
              <a:lnSpc>
                <a:spcPct val="90000"/>
              </a:lnSpc>
              <a:spcBef>
                <a:spcPts val="500"/>
              </a:spcBef>
              <a:spcAft>
                <a:spcPts val="0"/>
              </a:spcAft>
              <a:buClr>
                <a:schemeClr val="lt1"/>
              </a:buClr>
              <a:buSzPts val="1800"/>
              <a:buNone/>
            </a:pPr>
            <a:r>
              <a:rPr lang="en-US"/>
              <a:t>or simply</a:t>
            </a:r>
            <a:endParaRPr/>
          </a:p>
          <a:p>
            <a:pPr indent="-228600" lvl="2" marL="1143000" rtl="0" algn="l">
              <a:lnSpc>
                <a:spcPct val="90000"/>
              </a:lnSpc>
              <a:spcBef>
                <a:spcPts val="500"/>
              </a:spcBef>
              <a:spcAft>
                <a:spcPts val="0"/>
              </a:spcAft>
              <a:buClr>
                <a:schemeClr val="lt1"/>
              </a:buClr>
              <a:buSzPts val="2000"/>
              <a:buChar char="•"/>
            </a:pPr>
            <a:r>
              <a:rPr lang="en-US"/>
              <a:t>db.collection.find()</a:t>
            </a:r>
            <a:endParaRPr/>
          </a:p>
          <a:p>
            <a:pPr indent="0" lvl="1" marL="457200" rtl="0" algn="l">
              <a:lnSpc>
                <a:spcPct val="90000"/>
              </a:lnSpc>
              <a:spcBef>
                <a:spcPts val="500"/>
              </a:spcBef>
              <a:spcAft>
                <a:spcPts val="0"/>
              </a:spcAft>
              <a:buClr>
                <a:schemeClr val="lt1"/>
              </a:buClr>
              <a:buSzPts val="2400"/>
              <a:buNone/>
            </a:pPr>
            <a:r>
              <a:rPr lang="en-US"/>
              <a:t>The shell automatically iterates and displays the first 20 results.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ph idx="1" type="body"/>
          </p:nvPr>
        </p:nvSpPr>
        <p:spPr>
          <a:xfrm>
            <a:off x="391886" y="391886"/>
            <a:ext cx="11469188" cy="61221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Select a Single Document</a:t>
            </a:r>
            <a:endParaRPr/>
          </a:p>
          <a:p>
            <a:pPr indent="-228600" lvl="1" marL="685800" rtl="0" algn="l">
              <a:lnSpc>
                <a:spcPct val="90000"/>
              </a:lnSpc>
              <a:spcBef>
                <a:spcPts val="500"/>
              </a:spcBef>
              <a:spcAft>
                <a:spcPts val="0"/>
              </a:spcAft>
              <a:buClr>
                <a:schemeClr val="lt1"/>
              </a:buClr>
              <a:buSzPts val="2400"/>
              <a:buChar char="•"/>
            </a:pPr>
            <a:r>
              <a:rPr b="1" lang="en-US"/>
              <a:t>db.collection.findOne({})</a:t>
            </a:r>
            <a:endParaRPr/>
          </a:p>
          <a:p>
            <a:pPr indent="-228600" lvl="1" marL="685800" rtl="0" algn="l">
              <a:lnSpc>
                <a:spcPct val="90000"/>
              </a:lnSpc>
              <a:spcBef>
                <a:spcPts val="500"/>
              </a:spcBef>
              <a:spcAft>
                <a:spcPts val="0"/>
              </a:spcAft>
              <a:buClr>
                <a:schemeClr val="lt1"/>
              </a:buClr>
              <a:buSzPts val="2400"/>
              <a:buChar char="•"/>
            </a:pPr>
            <a:r>
              <a:rPr b="1" lang="en-US"/>
              <a:t>Returns the first document found in the collection.</a:t>
            </a:r>
            <a:endParaRPr/>
          </a:p>
          <a:p>
            <a:pPr indent="0" lvl="1" marL="457200" rtl="0" algn="l">
              <a:lnSpc>
                <a:spcPct val="90000"/>
              </a:lnSpc>
              <a:spcBef>
                <a:spcPts val="500"/>
              </a:spcBef>
              <a:spcAft>
                <a:spcPts val="0"/>
              </a:spcAft>
              <a:buClr>
                <a:schemeClr val="lt1"/>
              </a:buClr>
              <a:buSzPts val="2400"/>
              <a:buNone/>
            </a:pPr>
            <a:r>
              <a:t/>
            </a:r>
            <a:endParaRPr b="1"/>
          </a:p>
          <a:p>
            <a:pPr indent="-228600" lvl="0" marL="228600" rtl="0" algn="l">
              <a:lnSpc>
                <a:spcPct val="90000"/>
              </a:lnSpc>
              <a:spcBef>
                <a:spcPts val="1000"/>
              </a:spcBef>
              <a:spcAft>
                <a:spcPts val="0"/>
              </a:spcAft>
              <a:buClr>
                <a:schemeClr val="lt1"/>
              </a:buClr>
              <a:buSzPts val="2800"/>
              <a:buChar char="•"/>
            </a:pPr>
            <a:r>
              <a:rPr lang="en-US"/>
              <a:t>Specify an Equality Condition</a:t>
            </a:r>
            <a:endParaRPr/>
          </a:p>
          <a:p>
            <a:pPr indent="-228600" lvl="1" marL="685800" rtl="0" algn="l">
              <a:lnSpc>
                <a:spcPct val="90000"/>
              </a:lnSpc>
              <a:spcBef>
                <a:spcPts val="500"/>
              </a:spcBef>
              <a:spcAft>
                <a:spcPts val="0"/>
              </a:spcAft>
              <a:buClr>
                <a:schemeClr val="lt1"/>
              </a:buClr>
              <a:buSzPts val="2400"/>
              <a:buChar char="•"/>
            </a:pPr>
            <a:r>
              <a:rPr lang="en-US"/>
              <a:t>db.collection.find({ field: "value" })</a:t>
            </a:r>
            <a:endParaRPr/>
          </a:p>
          <a:p>
            <a:pPr indent="-228600" lvl="1" marL="685800" rtl="0" algn="l">
              <a:lnSpc>
                <a:spcPct val="90000"/>
              </a:lnSpc>
              <a:spcBef>
                <a:spcPts val="500"/>
              </a:spcBef>
              <a:spcAft>
                <a:spcPts val="0"/>
              </a:spcAft>
              <a:buClr>
                <a:schemeClr val="lt1"/>
              </a:buClr>
              <a:buSzPts val="2400"/>
              <a:buChar char="•"/>
            </a:pPr>
            <a:r>
              <a:rPr lang="en-US"/>
              <a:t>Example: db.students.find({ name: "John" })</a:t>
            </a:r>
            <a:endParaRPr/>
          </a:p>
          <a:p>
            <a:pPr indent="-228600" lvl="1" marL="685800" rtl="0" algn="l">
              <a:lnSpc>
                <a:spcPct val="90000"/>
              </a:lnSpc>
              <a:spcBef>
                <a:spcPts val="500"/>
              </a:spcBef>
              <a:spcAft>
                <a:spcPts val="0"/>
              </a:spcAft>
              <a:buClr>
                <a:schemeClr val="lt1"/>
              </a:buClr>
              <a:buSzPts val="2400"/>
              <a:buChar char="•"/>
            </a:pPr>
            <a:r>
              <a:rPr lang="en-US"/>
              <a:t>Returns all documents where </a:t>
            </a:r>
            <a:r>
              <a:rPr b="1" lang="en-US"/>
              <a:t>field equals the specified value</a:t>
            </a:r>
            <a:r>
              <a:rPr lang="en-US"/>
              <a:t>.</a:t>
            </a:r>
            <a:endParaRPr/>
          </a:p>
          <a:p>
            <a:pPr indent="0" lvl="1" marL="457200" rtl="0" algn="l">
              <a:lnSpc>
                <a:spcPct val="90000"/>
              </a:lnSpc>
              <a:spcBef>
                <a:spcPts val="500"/>
              </a:spcBef>
              <a:spcAft>
                <a:spcPts val="0"/>
              </a:spcAft>
              <a:buClr>
                <a:schemeClr val="lt1"/>
              </a:buClr>
              <a:buSzPts val="2400"/>
              <a:buNone/>
            </a:pPr>
            <a:r>
              <a:t/>
            </a:r>
            <a:endParaRPr/>
          </a:p>
          <a:p>
            <a:pPr indent="-228600" lvl="0" marL="228600" rtl="0" algn="l">
              <a:lnSpc>
                <a:spcPct val="90000"/>
              </a:lnSpc>
              <a:spcBef>
                <a:spcPts val="1000"/>
              </a:spcBef>
              <a:spcAft>
                <a:spcPts val="0"/>
              </a:spcAft>
              <a:buClr>
                <a:schemeClr val="lt1"/>
              </a:buClr>
              <a:buSzPts val="2800"/>
              <a:buChar char="•"/>
            </a:pPr>
            <a:r>
              <a:rPr lang="en-US"/>
              <a:t>Multiple Conditions (Logical AND)</a:t>
            </a:r>
            <a:endParaRPr/>
          </a:p>
          <a:p>
            <a:pPr indent="-228600" lvl="1" marL="685800" rtl="0" algn="l">
              <a:lnSpc>
                <a:spcPct val="90000"/>
              </a:lnSpc>
              <a:spcBef>
                <a:spcPts val="500"/>
              </a:spcBef>
              <a:spcAft>
                <a:spcPts val="0"/>
              </a:spcAft>
              <a:buClr>
                <a:schemeClr val="lt1"/>
              </a:buClr>
              <a:buSzPts val="2400"/>
              <a:buChar char="•"/>
            </a:pPr>
            <a:r>
              <a:rPr lang="en-US"/>
              <a:t>db.collection.find({ field1: "value1", field2: "value2" })</a:t>
            </a:r>
            <a:endParaRPr/>
          </a:p>
          <a:p>
            <a:pPr indent="-228600" lvl="1" marL="685800" rtl="0" algn="l">
              <a:lnSpc>
                <a:spcPct val="90000"/>
              </a:lnSpc>
              <a:spcBef>
                <a:spcPts val="500"/>
              </a:spcBef>
              <a:spcAft>
                <a:spcPts val="0"/>
              </a:spcAft>
              <a:buClr>
                <a:schemeClr val="lt1"/>
              </a:buClr>
              <a:buSzPts val="2400"/>
              <a:buChar char="•"/>
            </a:pPr>
            <a:r>
              <a:rPr lang="en-US"/>
              <a:t>Example: db.students.find({ name: "John", age: 20 })</a:t>
            </a:r>
            <a:endParaRPr/>
          </a:p>
          <a:p>
            <a:pPr indent="-228600" lvl="1" marL="685800" rtl="0" algn="l">
              <a:lnSpc>
                <a:spcPct val="90000"/>
              </a:lnSpc>
              <a:spcBef>
                <a:spcPts val="500"/>
              </a:spcBef>
              <a:spcAft>
                <a:spcPts val="0"/>
              </a:spcAft>
              <a:buClr>
                <a:schemeClr val="lt1"/>
              </a:buClr>
              <a:buSzPts val="2400"/>
              <a:buChar char="•"/>
            </a:pPr>
            <a:r>
              <a:rPr lang="en-US"/>
              <a:t>MongoDB automatically applies a logical AND when multiple conditions are included.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2"/>
          <p:cNvSpPr txBox="1"/>
          <p:nvPr>
            <p:ph idx="1" type="body"/>
          </p:nvPr>
        </p:nvSpPr>
        <p:spPr>
          <a:xfrm>
            <a:off x="557349" y="487680"/>
            <a:ext cx="11129554" cy="596537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US"/>
              <a:t>3. Advanced Querying with Operators</a:t>
            </a:r>
            <a:endParaRPr/>
          </a:p>
          <a:p>
            <a:pPr indent="-228600" lvl="0" marL="228600" rtl="0" algn="l">
              <a:lnSpc>
                <a:spcPct val="90000"/>
              </a:lnSpc>
              <a:spcBef>
                <a:spcPts val="1000"/>
              </a:spcBef>
              <a:spcAft>
                <a:spcPts val="0"/>
              </a:spcAft>
              <a:buClr>
                <a:schemeClr val="lt1"/>
              </a:buClr>
              <a:buSzPts val="2000"/>
              <a:buChar char="•"/>
            </a:pPr>
            <a:r>
              <a:rPr lang="en-US" sz="2000"/>
              <a:t>MongoDB uses query operators (starting with $) for complex queries.</a:t>
            </a:r>
            <a:endParaRPr/>
          </a:p>
          <a:p>
            <a:pPr indent="-101600" lvl="0" marL="228600" rtl="0" algn="l">
              <a:lnSpc>
                <a:spcPct val="90000"/>
              </a:lnSpc>
              <a:spcBef>
                <a:spcPts val="1000"/>
              </a:spcBef>
              <a:spcAft>
                <a:spcPts val="0"/>
              </a:spcAft>
              <a:buClr>
                <a:schemeClr val="lt1"/>
              </a:buClr>
              <a:buSzPts val="2000"/>
              <a:buNone/>
            </a:pPr>
            <a:r>
              <a:t/>
            </a:r>
            <a:endParaRPr sz="2000"/>
          </a:p>
          <a:p>
            <a:pPr indent="-228600" lvl="0" marL="228600" rtl="0" algn="l">
              <a:lnSpc>
                <a:spcPct val="90000"/>
              </a:lnSpc>
              <a:spcBef>
                <a:spcPts val="1000"/>
              </a:spcBef>
              <a:spcAft>
                <a:spcPts val="0"/>
              </a:spcAft>
              <a:buClr>
                <a:schemeClr val="lt1"/>
              </a:buClr>
              <a:buSzPts val="2000"/>
              <a:buChar char="•"/>
            </a:pPr>
            <a:r>
              <a:rPr b="1" lang="en-US" sz="2000"/>
              <a:t>Comparison Operators</a:t>
            </a:r>
            <a:endParaRPr/>
          </a:p>
          <a:p>
            <a:pPr indent="-228600" lvl="1" marL="685800" rtl="0" algn="l">
              <a:lnSpc>
                <a:spcPct val="90000"/>
              </a:lnSpc>
              <a:spcBef>
                <a:spcPts val="500"/>
              </a:spcBef>
              <a:spcAft>
                <a:spcPts val="0"/>
              </a:spcAft>
              <a:buClr>
                <a:schemeClr val="lt1"/>
              </a:buClr>
              <a:buSzPts val="1600"/>
              <a:buChar char="•"/>
            </a:pPr>
            <a:r>
              <a:rPr lang="en-US" sz="1600"/>
              <a:t>Example: Find documents where age is greater than or equal to 25</a:t>
            </a:r>
            <a:endParaRPr/>
          </a:p>
          <a:p>
            <a:pPr indent="-228600" lvl="1" marL="685800" rtl="0" algn="l">
              <a:lnSpc>
                <a:spcPct val="90000"/>
              </a:lnSpc>
              <a:spcBef>
                <a:spcPts val="500"/>
              </a:spcBef>
              <a:spcAft>
                <a:spcPts val="0"/>
              </a:spcAft>
              <a:buClr>
                <a:schemeClr val="lt1"/>
              </a:buClr>
              <a:buSzPts val="1600"/>
              <a:buChar char="•"/>
            </a:pPr>
            <a:r>
              <a:rPr lang="en-US" sz="1600"/>
              <a:t>db.collection.find({ age: { $gte: 25 } })</a:t>
            </a:r>
            <a:endParaRPr/>
          </a:p>
          <a:p>
            <a:pPr indent="-228600" lvl="1" marL="685800" rtl="0" algn="l">
              <a:lnSpc>
                <a:spcPct val="90000"/>
              </a:lnSpc>
              <a:spcBef>
                <a:spcPts val="500"/>
              </a:spcBef>
              <a:spcAft>
                <a:spcPts val="0"/>
              </a:spcAft>
              <a:buClr>
                <a:schemeClr val="lt1"/>
              </a:buClr>
              <a:buSzPts val="1600"/>
              <a:buChar char="•"/>
            </a:pPr>
            <a:r>
              <a:rPr lang="en-US" sz="1600"/>
              <a:t>Common comparison operators:</a:t>
            </a:r>
            <a:endParaRPr/>
          </a:p>
          <a:p>
            <a:pPr indent="-127000" lvl="1" marL="685800" rtl="0" algn="l">
              <a:lnSpc>
                <a:spcPct val="90000"/>
              </a:lnSpc>
              <a:spcBef>
                <a:spcPts val="500"/>
              </a:spcBef>
              <a:spcAft>
                <a:spcPts val="0"/>
              </a:spcAft>
              <a:buClr>
                <a:schemeClr val="lt1"/>
              </a:buClr>
              <a:buSzPts val="1600"/>
              <a:buNone/>
            </a:pPr>
            <a:r>
              <a:t/>
            </a:r>
            <a:endParaRPr sz="1600"/>
          </a:p>
          <a:p>
            <a:pPr indent="-101600" lvl="0" marL="228600" rtl="0" algn="l">
              <a:lnSpc>
                <a:spcPct val="90000"/>
              </a:lnSpc>
              <a:spcBef>
                <a:spcPts val="1000"/>
              </a:spcBef>
              <a:spcAft>
                <a:spcPts val="0"/>
              </a:spcAft>
              <a:buClr>
                <a:schemeClr val="lt1"/>
              </a:buClr>
              <a:buSzPts val="2000"/>
              <a:buNone/>
            </a:pPr>
            <a:r>
              <a:t/>
            </a:r>
            <a:endParaRPr sz="2000"/>
          </a:p>
        </p:txBody>
      </p:sp>
      <p:graphicFrame>
        <p:nvGraphicFramePr>
          <p:cNvPr id="203" name="Google Shape;203;p22"/>
          <p:cNvGraphicFramePr/>
          <p:nvPr/>
        </p:nvGraphicFramePr>
        <p:xfrm>
          <a:off x="1526178" y="3095603"/>
          <a:ext cx="3000000" cy="3000000"/>
        </p:xfrm>
        <a:graphic>
          <a:graphicData uri="http://schemas.openxmlformats.org/drawingml/2006/table">
            <a:tbl>
              <a:tblPr>
                <a:noFill/>
                <a:tableStyleId>{BA9145A9-24C7-4589-A7C5-3B1FB2BEE7CA}</a:tableStyleId>
              </a:tblPr>
              <a:tblGrid>
                <a:gridCol w="1077150"/>
                <a:gridCol w="2247000"/>
              </a:tblGrid>
              <a:tr h="228600">
                <a:tc>
                  <a:txBody>
                    <a:bodyPr/>
                    <a:lstStyle/>
                    <a:p>
                      <a:pPr indent="0" lvl="0" marL="0" marR="0" rtl="0" algn="l">
                        <a:spcBef>
                          <a:spcPts val="0"/>
                        </a:spcBef>
                        <a:spcAft>
                          <a:spcPts val="0"/>
                        </a:spcAft>
                        <a:buNone/>
                      </a:pPr>
                      <a:r>
                        <a:rPr lang="en-US" sz="1800" u="none" cap="none" strike="noStrike">
                          <a:solidFill>
                            <a:srgbClr val="F3F3F3"/>
                          </a:solidFill>
                        </a:rPr>
                        <a:t>Operator</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F3F3F3"/>
                          </a:solidFill>
                        </a:rPr>
                        <a:t>Meaning</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solidFill>
                            <a:srgbClr val="F3F3F3"/>
                          </a:solidFill>
                        </a:rPr>
                        <a:t>$gt</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F3F3F3"/>
                          </a:solidFill>
                        </a:rPr>
                        <a:t>Greater than</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solidFill>
                            <a:srgbClr val="F3F3F3"/>
                          </a:solidFill>
                        </a:rPr>
                        <a:t>$gte</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F3F3F3"/>
                          </a:solidFill>
                        </a:rPr>
                        <a:t>Greater than or equal</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solidFill>
                            <a:srgbClr val="F3F3F3"/>
                          </a:solidFill>
                        </a:rPr>
                        <a:t>$lt</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F3F3F3"/>
                          </a:solidFill>
                        </a:rPr>
                        <a:t>Less than</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solidFill>
                            <a:srgbClr val="F3F3F3"/>
                          </a:solidFill>
                        </a:rPr>
                        <a:t>$lte</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F3F3F3"/>
                          </a:solidFill>
                        </a:rPr>
                        <a:t>Less than or equal</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solidFill>
                            <a:srgbClr val="F3F3F3"/>
                          </a:solidFill>
                        </a:rPr>
                        <a:t>$ne</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F3F3F3"/>
                          </a:solidFill>
                        </a:rPr>
                        <a:t>Not equal</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3"/>
          <p:cNvSpPr txBox="1"/>
          <p:nvPr>
            <p:ph idx="1" type="body"/>
          </p:nvPr>
        </p:nvSpPr>
        <p:spPr>
          <a:xfrm>
            <a:off x="557349" y="487680"/>
            <a:ext cx="11129554" cy="596537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b="1" lang="en-US" sz="2000"/>
              <a:t>Logical Operators</a:t>
            </a:r>
            <a:endParaRPr/>
          </a:p>
          <a:p>
            <a:pPr indent="-228600" lvl="1" marL="685800" rtl="0" algn="l">
              <a:lnSpc>
                <a:spcPct val="90000"/>
              </a:lnSpc>
              <a:spcBef>
                <a:spcPts val="500"/>
              </a:spcBef>
              <a:spcAft>
                <a:spcPts val="0"/>
              </a:spcAft>
              <a:buClr>
                <a:schemeClr val="lt1"/>
              </a:buClr>
              <a:buSzPts val="1600"/>
              <a:buChar char="•"/>
            </a:pPr>
            <a:r>
              <a:rPr lang="en-US" sz="1600"/>
              <a:t>Example: Find documents where status = "A" OR age &lt; 30</a:t>
            </a:r>
            <a:endParaRPr/>
          </a:p>
          <a:p>
            <a:pPr indent="0" lvl="2" marL="914400" rtl="0" algn="l">
              <a:lnSpc>
                <a:spcPct val="90000"/>
              </a:lnSpc>
              <a:spcBef>
                <a:spcPts val="500"/>
              </a:spcBef>
              <a:spcAft>
                <a:spcPts val="0"/>
              </a:spcAft>
              <a:buClr>
                <a:schemeClr val="lt1"/>
              </a:buClr>
              <a:buSzPts val="1200"/>
              <a:buNone/>
            </a:pPr>
            <a:r>
              <a:rPr lang="en-US" sz="1200"/>
              <a:t>db.collection.find({</a:t>
            </a:r>
            <a:endParaRPr/>
          </a:p>
          <a:p>
            <a:pPr indent="0" lvl="2" marL="914400" rtl="0" algn="l">
              <a:lnSpc>
                <a:spcPct val="90000"/>
              </a:lnSpc>
              <a:spcBef>
                <a:spcPts val="500"/>
              </a:spcBef>
              <a:spcAft>
                <a:spcPts val="0"/>
              </a:spcAft>
              <a:buClr>
                <a:schemeClr val="lt1"/>
              </a:buClr>
              <a:buSzPts val="1200"/>
              <a:buNone/>
            </a:pPr>
            <a:r>
              <a:rPr lang="en-US" sz="1200"/>
              <a:t>  $or: [</a:t>
            </a:r>
            <a:endParaRPr/>
          </a:p>
          <a:p>
            <a:pPr indent="0" lvl="2" marL="914400" rtl="0" algn="l">
              <a:lnSpc>
                <a:spcPct val="90000"/>
              </a:lnSpc>
              <a:spcBef>
                <a:spcPts val="500"/>
              </a:spcBef>
              <a:spcAft>
                <a:spcPts val="0"/>
              </a:spcAft>
              <a:buClr>
                <a:schemeClr val="lt1"/>
              </a:buClr>
              <a:buSzPts val="1200"/>
              <a:buNone/>
            </a:pPr>
            <a:r>
              <a:rPr lang="en-US" sz="1200"/>
              <a:t>    { status: "A" },</a:t>
            </a:r>
            <a:endParaRPr/>
          </a:p>
          <a:p>
            <a:pPr indent="0" lvl="2" marL="914400" rtl="0" algn="l">
              <a:lnSpc>
                <a:spcPct val="90000"/>
              </a:lnSpc>
              <a:spcBef>
                <a:spcPts val="500"/>
              </a:spcBef>
              <a:spcAft>
                <a:spcPts val="0"/>
              </a:spcAft>
              <a:buClr>
                <a:schemeClr val="lt1"/>
              </a:buClr>
              <a:buSzPts val="1200"/>
              <a:buNone/>
            </a:pPr>
            <a:r>
              <a:rPr lang="en-US" sz="1200"/>
              <a:t>    { age: { $lt: 30 } }</a:t>
            </a:r>
            <a:endParaRPr/>
          </a:p>
          <a:p>
            <a:pPr indent="0" lvl="2" marL="914400" rtl="0" algn="l">
              <a:lnSpc>
                <a:spcPct val="90000"/>
              </a:lnSpc>
              <a:spcBef>
                <a:spcPts val="500"/>
              </a:spcBef>
              <a:spcAft>
                <a:spcPts val="0"/>
              </a:spcAft>
              <a:buClr>
                <a:schemeClr val="lt1"/>
              </a:buClr>
              <a:buSzPts val="1200"/>
              <a:buNone/>
            </a:pPr>
            <a:r>
              <a:rPr lang="en-US" sz="1200"/>
              <a:t>  ]</a:t>
            </a:r>
            <a:endParaRPr/>
          </a:p>
          <a:p>
            <a:pPr indent="0" lvl="2" marL="914400" rtl="0" algn="l">
              <a:lnSpc>
                <a:spcPct val="90000"/>
              </a:lnSpc>
              <a:spcBef>
                <a:spcPts val="500"/>
              </a:spcBef>
              <a:spcAft>
                <a:spcPts val="0"/>
              </a:spcAft>
              <a:buClr>
                <a:schemeClr val="lt1"/>
              </a:buClr>
              <a:buSzPts val="1200"/>
              <a:buNone/>
            </a:pPr>
            <a:r>
              <a:rPr lang="en-US" sz="1200"/>
              <a:t>})</a:t>
            </a:r>
            <a:endParaRPr/>
          </a:p>
          <a:p>
            <a:pPr indent="-228600" lvl="0" marL="228600" rtl="0" algn="l">
              <a:lnSpc>
                <a:spcPct val="90000"/>
              </a:lnSpc>
              <a:spcBef>
                <a:spcPts val="1000"/>
              </a:spcBef>
              <a:spcAft>
                <a:spcPts val="0"/>
              </a:spcAft>
              <a:buClr>
                <a:schemeClr val="lt1"/>
              </a:buClr>
              <a:buSzPts val="2000"/>
              <a:buChar char="•"/>
            </a:pPr>
            <a:r>
              <a:rPr b="1" lang="en-US" sz="2000"/>
              <a:t>Array Operators</a:t>
            </a:r>
            <a:endParaRPr/>
          </a:p>
          <a:p>
            <a:pPr indent="-228600" lvl="1" marL="685800" rtl="0" algn="l">
              <a:lnSpc>
                <a:spcPct val="90000"/>
              </a:lnSpc>
              <a:spcBef>
                <a:spcPts val="500"/>
              </a:spcBef>
              <a:spcAft>
                <a:spcPts val="0"/>
              </a:spcAft>
              <a:buClr>
                <a:schemeClr val="lt1"/>
              </a:buClr>
              <a:buSzPts val="1600"/>
              <a:buChar char="•"/>
            </a:pPr>
            <a:r>
              <a:rPr lang="en-US" sz="1600"/>
              <a:t>Find documents where an array contains a value</a:t>
            </a:r>
            <a:endParaRPr/>
          </a:p>
          <a:p>
            <a:pPr indent="-228600" lvl="2" marL="1143000" rtl="0" algn="l">
              <a:lnSpc>
                <a:spcPct val="90000"/>
              </a:lnSpc>
              <a:spcBef>
                <a:spcPts val="500"/>
              </a:spcBef>
              <a:spcAft>
                <a:spcPts val="0"/>
              </a:spcAft>
              <a:buClr>
                <a:schemeClr val="lt1"/>
              </a:buClr>
              <a:buSzPts val="1200"/>
              <a:buChar char="•"/>
            </a:pPr>
            <a:r>
              <a:rPr lang="en-US" sz="1200"/>
              <a:t>db.collection.find({ tags: "mongodb" })</a:t>
            </a:r>
            <a:endParaRPr/>
          </a:p>
          <a:p>
            <a:pPr indent="-228600" lvl="1" marL="685800" rtl="0" algn="l">
              <a:lnSpc>
                <a:spcPct val="90000"/>
              </a:lnSpc>
              <a:spcBef>
                <a:spcPts val="500"/>
              </a:spcBef>
              <a:spcAft>
                <a:spcPts val="0"/>
              </a:spcAft>
              <a:buClr>
                <a:schemeClr val="lt1"/>
              </a:buClr>
              <a:buSzPts val="1600"/>
              <a:buChar char="•"/>
            </a:pPr>
            <a:r>
              <a:rPr lang="en-US" sz="1600"/>
              <a:t>Find documents where array contains any of the specified values</a:t>
            </a:r>
            <a:endParaRPr/>
          </a:p>
          <a:p>
            <a:pPr indent="0" lvl="2" marL="914400" rtl="0" algn="l">
              <a:lnSpc>
                <a:spcPct val="90000"/>
              </a:lnSpc>
              <a:spcBef>
                <a:spcPts val="500"/>
              </a:spcBef>
              <a:spcAft>
                <a:spcPts val="0"/>
              </a:spcAft>
              <a:buClr>
                <a:schemeClr val="lt1"/>
              </a:buClr>
              <a:buSzPts val="1200"/>
              <a:buNone/>
            </a:pPr>
            <a:r>
              <a:rPr lang="en-US" sz="1200"/>
              <a:t>db.collection.find({</a:t>
            </a:r>
            <a:endParaRPr/>
          </a:p>
          <a:p>
            <a:pPr indent="0" lvl="2" marL="914400" rtl="0" algn="l">
              <a:lnSpc>
                <a:spcPct val="90000"/>
              </a:lnSpc>
              <a:spcBef>
                <a:spcPts val="500"/>
              </a:spcBef>
              <a:spcAft>
                <a:spcPts val="0"/>
              </a:spcAft>
              <a:buClr>
                <a:schemeClr val="lt1"/>
              </a:buClr>
              <a:buSzPts val="1200"/>
              <a:buNone/>
            </a:pPr>
            <a:r>
              <a:rPr lang="en-US" sz="1200"/>
              <a:t>  tags: { $in: ["mongodb", "database"] }</a:t>
            </a:r>
            <a:endParaRPr/>
          </a:p>
          <a:p>
            <a:pPr indent="0" lvl="2" marL="914400" rtl="0" algn="l">
              <a:lnSpc>
                <a:spcPct val="90000"/>
              </a:lnSpc>
              <a:spcBef>
                <a:spcPts val="500"/>
              </a:spcBef>
              <a:spcAft>
                <a:spcPts val="0"/>
              </a:spcAft>
              <a:buClr>
                <a:schemeClr val="lt1"/>
              </a:buClr>
              <a:buSzPts val="1200"/>
              <a:buNone/>
            </a:pPr>
            <a:r>
              <a:rPr lang="en-US" sz="1200"/>
              <a:t>})</a:t>
            </a:r>
            <a:endParaRPr sz="1200"/>
          </a:p>
          <a:p>
            <a:pPr indent="0" lvl="0" marL="0" rtl="0" algn="l">
              <a:lnSpc>
                <a:spcPct val="90000"/>
              </a:lnSpc>
              <a:spcBef>
                <a:spcPts val="1000"/>
              </a:spcBef>
              <a:spcAft>
                <a:spcPts val="0"/>
              </a:spcAft>
              <a:buClr>
                <a:schemeClr val="lt1"/>
              </a:buClr>
              <a:buSzPts val="2000"/>
              <a:buNone/>
            </a:pPr>
            <a:r>
              <a:t/>
            </a:r>
            <a:endParaRPr sz="2000"/>
          </a:p>
          <a:p>
            <a:pPr indent="0" lvl="0" marL="0" rtl="0" algn="l">
              <a:lnSpc>
                <a:spcPct val="90000"/>
              </a:lnSpc>
              <a:spcBef>
                <a:spcPts val="1000"/>
              </a:spcBef>
              <a:spcAft>
                <a:spcPts val="0"/>
              </a:spcAft>
              <a:buClr>
                <a:schemeClr val="lt1"/>
              </a:buClr>
              <a:buSzPts val="2000"/>
              <a:buNone/>
            </a:pPr>
            <a:r>
              <a:rPr b="1" lang="en-US" sz="2000"/>
              <a:t>4. Projection (Selecting Specific Fields)</a:t>
            </a:r>
            <a:endParaRPr/>
          </a:p>
          <a:p>
            <a:pPr indent="-228600" lvl="0" marL="228600" rtl="0" algn="l">
              <a:lnSpc>
                <a:spcPct val="90000"/>
              </a:lnSpc>
              <a:spcBef>
                <a:spcPts val="1000"/>
              </a:spcBef>
              <a:spcAft>
                <a:spcPts val="0"/>
              </a:spcAft>
              <a:buClr>
                <a:schemeClr val="lt1"/>
              </a:buClr>
              <a:buSzPts val="2000"/>
              <a:buChar char="•"/>
            </a:pPr>
            <a:r>
              <a:rPr lang="en-US" sz="2000"/>
              <a:t>Projection allows you to </a:t>
            </a:r>
            <a:r>
              <a:rPr b="1" lang="en-US" sz="2000"/>
              <a:t>choose which fields to return</a:t>
            </a:r>
            <a:r>
              <a:rPr lang="en-US" sz="2000"/>
              <a:t>.</a:t>
            </a:r>
            <a:endParaRPr/>
          </a:p>
          <a:p>
            <a:pPr indent="-228600" lvl="0" marL="228600" rtl="0" algn="l">
              <a:lnSpc>
                <a:spcPct val="90000"/>
              </a:lnSpc>
              <a:spcBef>
                <a:spcPts val="1000"/>
              </a:spcBef>
              <a:spcAft>
                <a:spcPts val="0"/>
              </a:spcAft>
              <a:buClr>
                <a:schemeClr val="lt1"/>
              </a:buClr>
              <a:buSzPts val="2000"/>
              <a:buChar char="•"/>
            </a:pPr>
            <a:r>
              <a:rPr lang="en-US" sz="2000"/>
              <a:t>Syntax:</a:t>
            </a:r>
            <a:endParaRPr/>
          </a:p>
          <a:p>
            <a:pPr indent="-228600" lvl="1" marL="685800" rtl="0" algn="l">
              <a:lnSpc>
                <a:spcPct val="90000"/>
              </a:lnSpc>
              <a:spcBef>
                <a:spcPts val="500"/>
              </a:spcBef>
              <a:spcAft>
                <a:spcPts val="0"/>
              </a:spcAft>
              <a:buClr>
                <a:schemeClr val="lt1"/>
              </a:buClr>
              <a:buSzPts val="1600"/>
              <a:buChar char="•"/>
            </a:pPr>
            <a:r>
              <a:rPr lang="en-US" sz="1600"/>
              <a:t>db.collection.find(query, projection)</a:t>
            </a:r>
            <a:endParaRPr/>
          </a:p>
          <a:p>
            <a:pPr indent="0" lvl="0" marL="0" rtl="0" algn="l">
              <a:lnSpc>
                <a:spcPct val="90000"/>
              </a:lnSpc>
              <a:spcBef>
                <a:spcPts val="1000"/>
              </a:spcBef>
              <a:spcAft>
                <a:spcPts val="0"/>
              </a:spcAft>
              <a:buClr>
                <a:schemeClr val="lt1"/>
              </a:buClr>
              <a:buSzPts val="2000"/>
              <a:buNone/>
            </a:pPr>
            <a:r>
              <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4"/>
          <p:cNvSpPr txBox="1"/>
          <p:nvPr>
            <p:ph idx="1" type="body"/>
          </p:nvPr>
        </p:nvSpPr>
        <p:spPr>
          <a:xfrm>
            <a:off x="557349" y="487680"/>
            <a:ext cx="11129554" cy="596537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000"/>
              <a:buChar char="•"/>
            </a:pPr>
            <a:r>
              <a:rPr b="1" lang="en-US" sz="2000"/>
              <a:t>Example:</a:t>
            </a:r>
            <a:endParaRPr/>
          </a:p>
          <a:p>
            <a:pPr indent="0" lvl="1" marL="457200" rtl="0" algn="l">
              <a:lnSpc>
                <a:spcPct val="90000"/>
              </a:lnSpc>
              <a:spcBef>
                <a:spcPts val="500"/>
              </a:spcBef>
              <a:spcAft>
                <a:spcPts val="0"/>
              </a:spcAft>
              <a:buClr>
                <a:schemeClr val="lt1"/>
              </a:buClr>
              <a:buSzPts val="1600"/>
              <a:buNone/>
            </a:pPr>
            <a:r>
              <a:rPr b="1" lang="en-US" sz="1600"/>
              <a:t>db.collection.find(</a:t>
            </a:r>
            <a:endParaRPr/>
          </a:p>
          <a:p>
            <a:pPr indent="0" lvl="1" marL="457200" rtl="0" algn="l">
              <a:lnSpc>
                <a:spcPct val="90000"/>
              </a:lnSpc>
              <a:spcBef>
                <a:spcPts val="500"/>
              </a:spcBef>
              <a:spcAft>
                <a:spcPts val="0"/>
              </a:spcAft>
              <a:buClr>
                <a:schemeClr val="lt1"/>
              </a:buClr>
              <a:buSzPts val="1600"/>
              <a:buNone/>
            </a:pPr>
            <a:r>
              <a:rPr b="1" lang="en-US" sz="1600"/>
              <a:t>  {},</a:t>
            </a:r>
            <a:endParaRPr/>
          </a:p>
          <a:p>
            <a:pPr indent="0" lvl="1" marL="457200" rtl="0" algn="l">
              <a:lnSpc>
                <a:spcPct val="90000"/>
              </a:lnSpc>
              <a:spcBef>
                <a:spcPts val="500"/>
              </a:spcBef>
              <a:spcAft>
                <a:spcPts val="0"/>
              </a:spcAft>
              <a:buClr>
                <a:schemeClr val="lt1"/>
              </a:buClr>
              <a:buSzPts val="1600"/>
              <a:buNone/>
            </a:pPr>
            <a:r>
              <a:rPr b="1" lang="en-US" sz="1600"/>
              <a:t>  { title: 1, author: 1, _id: 0 }</a:t>
            </a:r>
            <a:endParaRPr/>
          </a:p>
          <a:p>
            <a:pPr indent="0" lvl="1" marL="457200" rtl="0" algn="l">
              <a:lnSpc>
                <a:spcPct val="90000"/>
              </a:lnSpc>
              <a:spcBef>
                <a:spcPts val="500"/>
              </a:spcBef>
              <a:spcAft>
                <a:spcPts val="0"/>
              </a:spcAft>
              <a:buClr>
                <a:schemeClr val="lt1"/>
              </a:buClr>
              <a:buSzPts val="1600"/>
              <a:buNone/>
            </a:pPr>
            <a:r>
              <a:rPr b="1" lang="en-US" sz="1600"/>
              <a:t>)</a:t>
            </a:r>
            <a:endParaRPr/>
          </a:p>
          <a:p>
            <a:pPr indent="-228600" lvl="0" marL="228600" rtl="0" algn="l">
              <a:lnSpc>
                <a:spcPct val="90000"/>
              </a:lnSpc>
              <a:spcBef>
                <a:spcPts val="1000"/>
              </a:spcBef>
              <a:spcAft>
                <a:spcPts val="0"/>
              </a:spcAft>
              <a:buClr>
                <a:schemeClr val="lt1"/>
              </a:buClr>
              <a:buSzPts val="2000"/>
              <a:buChar char="•"/>
            </a:pPr>
            <a:r>
              <a:rPr lang="en-US" sz="2000"/>
              <a:t>Explanation:</a:t>
            </a:r>
            <a:endParaRPr/>
          </a:p>
          <a:p>
            <a:pPr indent="-127000" lvl="1" marL="685800" rtl="0" algn="l">
              <a:lnSpc>
                <a:spcPct val="90000"/>
              </a:lnSpc>
              <a:spcBef>
                <a:spcPts val="500"/>
              </a:spcBef>
              <a:spcAft>
                <a:spcPts val="0"/>
              </a:spcAft>
              <a:buClr>
                <a:schemeClr val="lt1"/>
              </a:buClr>
              <a:buSzPts val="1600"/>
              <a:buNone/>
            </a:pPr>
            <a:r>
              <a:t/>
            </a:r>
            <a:endParaRPr b="1" sz="1600"/>
          </a:p>
          <a:p>
            <a:pPr indent="-127000" lvl="0" marL="228600" rtl="0" algn="l">
              <a:lnSpc>
                <a:spcPct val="90000"/>
              </a:lnSpc>
              <a:spcBef>
                <a:spcPts val="1000"/>
              </a:spcBef>
              <a:spcAft>
                <a:spcPts val="0"/>
              </a:spcAft>
              <a:buClr>
                <a:schemeClr val="lt1"/>
              </a:buClr>
              <a:buSzPts val="1600"/>
              <a:buNone/>
            </a:pPr>
            <a:r>
              <a:t/>
            </a:r>
            <a:endParaRPr b="1" sz="1600"/>
          </a:p>
          <a:p>
            <a:pPr indent="-127000" lvl="0" marL="228600" rtl="0" algn="l">
              <a:lnSpc>
                <a:spcPct val="90000"/>
              </a:lnSpc>
              <a:spcBef>
                <a:spcPts val="1000"/>
              </a:spcBef>
              <a:spcAft>
                <a:spcPts val="0"/>
              </a:spcAft>
              <a:buClr>
                <a:schemeClr val="lt1"/>
              </a:buClr>
              <a:buSzPts val="1600"/>
              <a:buNone/>
            </a:pPr>
            <a:r>
              <a:t/>
            </a:r>
            <a:endParaRPr b="1" sz="1600"/>
          </a:p>
          <a:p>
            <a:pPr indent="-127000" lvl="0" marL="228600" rtl="0" algn="l">
              <a:lnSpc>
                <a:spcPct val="90000"/>
              </a:lnSpc>
              <a:spcBef>
                <a:spcPts val="1000"/>
              </a:spcBef>
              <a:spcAft>
                <a:spcPts val="0"/>
              </a:spcAft>
              <a:buClr>
                <a:schemeClr val="lt1"/>
              </a:buClr>
              <a:buSzPts val="1600"/>
              <a:buNone/>
            </a:pPr>
            <a:r>
              <a:t/>
            </a:r>
            <a:endParaRPr b="1" sz="1600"/>
          </a:p>
          <a:p>
            <a:pPr indent="-228600" lvl="0" marL="228600" rtl="0" algn="l">
              <a:lnSpc>
                <a:spcPct val="90000"/>
              </a:lnSpc>
              <a:spcBef>
                <a:spcPts val="1000"/>
              </a:spcBef>
              <a:spcAft>
                <a:spcPts val="0"/>
              </a:spcAft>
              <a:buClr>
                <a:schemeClr val="lt1"/>
              </a:buClr>
              <a:buSzPts val="2000"/>
              <a:buChar char="•"/>
            </a:pPr>
            <a:r>
              <a:rPr b="1" lang="en-US" sz="2000"/>
              <a:t>This example returns only title and author, excluding _id.</a:t>
            </a:r>
            <a:endParaRPr/>
          </a:p>
          <a:p>
            <a:pPr indent="-101600" lvl="0" marL="228600" rtl="0" algn="l">
              <a:lnSpc>
                <a:spcPct val="90000"/>
              </a:lnSpc>
              <a:spcBef>
                <a:spcPts val="1000"/>
              </a:spcBef>
              <a:spcAft>
                <a:spcPts val="0"/>
              </a:spcAft>
              <a:buClr>
                <a:schemeClr val="lt1"/>
              </a:buClr>
              <a:buSzPts val="2000"/>
              <a:buNone/>
            </a:pPr>
            <a:r>
              <a:t/>
            </a:r>
            <a:endParaRPr b="1" sz="2000"/>
          </a:p>
          <a:p>
            <a:pPr indent="0" lvl="1" marL="457200" rtl="0" algn="l">
              <a:lnSpc>
                <a:spcPct val="90000"/>
              </a:lnSpc>
              <a:spcBef>
                <a:spcPts val="500"/>
              </a:spcBef>
              <a:spcAft>
                <a:spcPts val="0"/>
              </a:spcAft>
              <a:buClr>
                <a:schemeClr val="lt1"/>
              </a:buClr>
              <a:buSzPts val="1600"/>
              <a:buNone/>
            </a:pPr>
            <a:r>
              <a:t/>
            </a:r>
            <a:endParaRPr b="1" sz="1600"/>
          </a:p>
        </p:txBody>
      </p:sp>
      <p:graphicFrame>
        <p:nvGraphicFramePr>
          <p:cNvPr id="214" name="Google Shape;214;p24"/>
          <p:cNvGraphicFramePr/>
          <p:nvPr/>
        </p:nvGraphicFramePr>
        <p:xfrm>
          <a:off x="994955" y="2451168"/>
          <a:ext cx="3000000" cy="3000000"/>
        </p:xfrm>
        <a:graphic>
          <a:graphicData uri="http://schemas.openxmlformats.org/drawingml/2006/table">
            <a:tbl>
              <a:tblPr>
                <a:noFill/>
                <a:tableStyleId>{BA9145A9-24C7-4589-A7C5-3B1FB2BEE7CA}</a:tableStyleId>
              </a:tblPr>
              <a:tblGrid>
                <a:gridCol w="749625"/>
                <a:gridCol w="1406450"/>
              </a:tblGrid>
              <a:tr h="228600">
                <a:tc>
                  <a:txBody>
                    <a:bodyPr/>
                    <a:lstStyle/>
                    <a:p>
                      <a:pPr indent="0" lvl="0" marL="0" marR="0" rtl="0" algn="l">
                        <a:spcBef>
                          <a:spcPts val="0"/>
                        </a:spcBef>
                        <a:spcAft>
                          <a:spcPts val="0"/>
                        </a:spcAft>
                        <a:buNone/>
                      </a:pPr>
                      <a:r>
                        <a:rPr lang="en-US" sz="1800"/>
                        <a:t>Value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Meaning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1</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Include field</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0</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Exclude field</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txBox="1"/>
          <p:nvPr>
            <p:ph idx="1" type="body"/>
          </p:nvPr>
        </p:nvSpPr>
        <p:spPr>
          <a:xfrm>
            <a:off x="557349" y="487680"/>
            <a:ext cx="11129554" cy="596537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b="1" lang="en-US" sz="2000"/>
              <a:t>5. Query Modifiers</a:t>
            </a:r>
            <a:endParaRPr/>
          </a:p>
          <a:p>
            <a:pPr indent="-228600" lvl="0" marL="228600" rtl="0" algn="l">
              <a:lnSpc>
                <a:spcPct val="90000"/>
              </a:lnSpc>
              <a:spcBef>
                <a:spcPts val="1000"/>
              </a:spcBef>
              <a:spcAft>
                <a:spcPts val="0"/>
              </a:spcAft>
              <a:buClr>
                <a:schemeClr val="lt1"/>
              </a:buClr>
              <a:buSzPts val="2000"/>
              <a:buChar char="•"/>
            </a:pPr>
            <a:r>
              <a:rPr lang="en-US" sz="2000"/>
              <a:t>Modifiers help refine query results.</a:t>
            </a:r>
            <a:endParaRPr/>
          </a:p>
          <a:p>
            <a:pPr indent="-228600" lvl="0" marL="228600" rtl="0" algn="l">
              <a:lnSpc>
                <a:spcPct val="90000"/>
              </a:lnSpc>
              <a:spcBef>
                <a:spcPts val="1000"/>
              </a:spcBef>
              <a:spcAft>
                <a:spcPts val="0"/>
              </a:spcAft>
              <a:buClr>
                <a:schemeClr val="lt1"/>
              </a:buClr>
              <a:buSzPts val="2000"/>
              <a:buChar char="•"/>
            </a:pPr>
            <a:r>
              <a:rPr b="1" lang="en-US" sz="2000"/>
              <a:t>Limit the Number of Results</a:t>
            </a:r>
            <a:endParaRPr/>
          </a:p>
          <a:p>
            <a:pPr indent="-228600" lvl="1" marL="685800" rtl="0" algn="l">
              <a:lnSpc>
                <a:spcPct val="90000"/>
              </a:lnSpc>
              <a:spcBef>
                <a:spcPts val="500"/>
              </a:spcBef>
              <a:spcAft>
                <a:spcPts val="0"/>
              </a:spcAft>
              <a:buClr>
                <a:schemeClr val="lt1"/>
              </a:buClr>
              <a:buSzPts val="1600"/>
              <a:buChar char="•"/>
            </a:pPr>
            <a:r>
              <a:rPr b="1" lang="en-US" sz="1600"/>
              <a:t>db.collection.find().limit(5)</a:t>
            </a:r>
            <a:endParaRPr/>
          </a:p>
          <a:p>
            <a:pPr indent="-228600" lvl="1" marL="685800" rtl="0" algn="l">
              <a:lnSpc>
                <a:spcPct val="90000"/>
              </a:lnSpc>
              <a:spcBef>
                <a:spcPts val="500"/>
              </a:spcBef>
              <a:spcAft>
                <a:spcPts val="0"/>
              </a:spcAft>
              <a:buClr>
                <a:schemeClr val="lt1"/>
              </a:buClr>
              <a:buSzPts val="1600"/>
              <a:buChar char="•"/>
            </a:pPr>
            <a:r>
              <a:rPr lang="en-US" sz="1600"/>
              <a:t>Returns only </a:t>
            </a:r>
            <a:r>
              <a:rPr b="1" lang="en-US" sz="1600"/>
              <a:t>5 documents</a:t>
            </a:r>
            <a:r>
              <a:rPr lang="en-US" sz="1600"/>
              <a:t>.</a:t>
            </a:r>
            <a:endParaRPr/>
          </a:p>
          <a:p>
            <a:pPr indent="0" lvl="0" marL="0" rtl="0" algn="l">
              <a:lnSpc>
                <a:spcPct val="90000"/>
              </a:lnSpc>
              <a:spcBef>
                <a:spcPts val="1000"/>
              </a:spcBef>
              <a:spcAft>
                <a:spcPts val="0"/>
              </a:spcAft>
              <a:buClr>
                <a:schemeClr val="lt1"/>
              </a:buClr>
              <a:buSzPts val="2000"/>
              <a:buNone/>
            </a:pPr>
            <a:r>
              <a:t/>
            </a:r>
            <a:endParaRPr b="1" sz="2000"/>
          </a:p>
          <a:p>
            <a:pPr indent="0" lvl="0" marL="0" rtl="0" algn="l">
              <a:lnSpc>
                <a:spcPct val="90000"/>
              </a:lnSpc>
              <a:spcBef>
                <a:spcPts val="1000"/>
              </a:spcBef>
              <a:spcAft>
                <a:spcPts val="0"/>
              </a:spcAft>
              <a:buClr>
                <a:schemeClr val="lt1"/>
              </a:buClr>
              <a:buSzPts val="2000"/>
              <a:buNone/>
            </a:pPr>
            <a:r>
              <a:t/>
            </a:r>
            <a:endParaRPr b="1" sz="2000"/>
          </a:p>
          <a:p>
            <a:pPr indent="0" lvl="0" marL="0" rtl="0" algn="l">
              <a:lnSpc>
                <a:spcPct val="90000"/>
              </a:lnSpc>
              <a:spcBef>
                <a:spcPts val="1000"/>
              </a:spcBef>
              <a:spcAft>
                <a:spcPts val="0"/>
              </a:spcAft>
              <a:buClr>
                <a:schemeClr val="lt1"/>
              </a:buClr>
              <a:buSzPts val="2000"/>
              <a:buNone/>
            </a:pPr>
            <a:r>
              <a:t/>
            </a:r>
            <a:endParaRPr b="1" sz="2000"/>
          </a:p>
          <a:p>
            <a:pPr indent="0" lvl="0" marL="0" rtl="0" algn="l">
              <a:lnSpc>
                <a:spcPct val="90000"/>
              </a:lnSpc>
              <a:spcBef>
                <a:spcPts val="1000"/>
              </a:spcBef>
              <a:spcAft>
                <a:spcPts val="0"/>
              </a:spcAft>
              <a:buClr>
                <a:schemeClr val="lt1"/>
              </a:buClr>
              <a:buSzPts val="2000"/>
              <a:buNone/>
            </a:pPr>
            <a:r>
              <a:t/>
            </a:r>
            <a:endParaRPr b="1" sz="2000"/>
          </a:p>
          <a:p>
            <a:pPr indent="-228600" lvl="0" marL="228600" rtl="0" algn="l">
              <a:lnSpc>
                <a:spcPct val="90000"/>
              </a:lnSpc>
              <a:spcBef>
                <a:spcPts val="1000"/>
              </a:spcBef>
              <a:spcAft>
                <a:spcPts val="0"/>
              </a:spcAft>
              <a:buClr>
                <a:schemeClr val="lt1"/>
              </a:buClr>
              <a:buSzPts val="2000"/>
              <a:buChar char="•"/>
            </a:pPr>
            <a:r>
              <a:rPr b="1" lang="en-US" sz="2000"/>
              <a:t>Sort the Results</a:t>
            </a:r>
            <a:endParaRPr/>
          </a:p>
          <a:p>
            <a:pPr indent="-228600" lvl="1" marL="685800" rtl="0" algn="l">
              <a:lnSpc>
                <a:spcPct val="90000"/>
              </a:lnSpc>
              <a:spcBef>
                <a:spcPts val="500"/>
              </a:spcBef>
              <a:spcAft>
                <a:spcPts val="0"/>
              </a:spcAft>
              <a:buClr>
                <a:schemeClr val="lt1"/>
              </a:buClr>
              <a:buSzPts val="1600"/>
              <a:buChar char="•"/>
            </a:pPr>
            <a:r>
              <a:rPr b="1" lang="en-US" sz="1600"/>
              <a:t>Ascending Order</a:t>
            </a:r>
            <a:endParaRPr/>
          </a:p>
          <a:p>
            <a:pPr indent="-228600" lvl="2" marL="1143000" rtl="0" algn="l">
              <a:lnSpc>
                <a:spcPct val="90000"/>
              </a:lnSpc>
              <a:spcBef>
                <a:spcPts val="500"/>
              </a:spcBef>
              <a:spcAft>
                <a:spcPts val="0"/>
              </a:spcAft>
              <a:buClr>
                <a:schemeClr val="lt1"/>
              </a:buClr>
              <a:buSzPts val="1200"/>
              <a:buChar char="•"/>
            </a:pPr>
            <a:r>
              <a:rPr b="1" lang="en-US" sz="1200"/>
              <a:t>db.collection.find().sort({ age: 1 })</a:t>
            </a:r>
            <a:endParaRPr/>
          </a:p>
          <a:p>
            <a:pPr indent="-228600" lvl="1" marL="685800" rtl="0" algn="l">
              <a:lnSpc>
                <a:spcPct val="90000"/>
              </a:lnSpc>
              <a:spcBef>
                <a:spcPts val="500"/>
              </a:spcBef>
              <a:spcAft>
                <a:spcPts val="0"/>
              </a:spcAft>
              <a:buClr>
                <a:schemeClr val="lt1"/>
              </a:buClr>
              <a:buSzPts val="1600"/>
              <a:buChar char="•"/>
            </a:pPr>
            <a:r>
              <a:rPr b="1" lang="en-US" sz="1600"/>
              <a:t>Descending Order</a:t>
            </a:r>
            <a:endParaRPr/>
          </a:p>
          <a:p>
            <a:pPr indent="-228600" lvl="2" marL="1143000" rtl="0" algn="l">
              <a:lnSpc>
                <a:spcPct val="90000"/>
              </a:lnSpc>
              <a:spcBef>
                <a:spcPts val="500"/>
              </a:spcBef>
              <a:spcAft>
                <a:spcPts val="0"/>
              </a:spcAft>
              <a:buClr>
                <a:schemeClr val="lt1"/>
              </a:buClr>
              <a:buSzPts val="1200"/>
              <a:buChar char="•"/>
            </a:pPr>
            <a:r>
              <a:rPr b="1" lang="en-US" sz="1200"/>
              <a:t>db.collection.find().sort({ age: -1 })</a:t>
            </a:r>
            <a:endParaRPr/>
          </a:p>
          <a:p>
            <a:pPr indent="-101600" lvl="0" marL="228600" rtl="0" algn="l">
              <a:lnSpc>
                <a:spcPct val="90000"/>
              </a:lnSpc>
              <a:spcBef>
                <a:spcPts val="1000"/>
              </a:spcBef>
              <a:spcAft>
                <a:spcPts val="0"/>
              </a:spcAft>
              <a:buClr>
                <a:schemeClr val="lt1"/>
              </a:buClr>
              <a:buSzPts val="2000"/>
              <a:buNone/>
            </a:pPr>
            <a:r>
              <a:t/>
            </a:r>
            <a:endParaRPr b="1" sz="2000"/>
          </a:p>
        </p:txBody>
      </p:sp>
      <p:graphicFrame>
        <p:nvGraphicFramePr>
          <p:cNvPr id="220" name="Google Shape;220;p25"/>
          <p:cNvGraphicFramePr/>
          <p:nvPr/>
        </p:nvGraphicFramePr>
        <p:xfrm>
          <a:off x="1299754" y="2373085"/>
          <a:ext cx="3000000" cy="3000000"/>
        </p:xfrm>
        <a:graphic>
          <a:graphicData uri="http://schemas.openxmlformats.org/drawingml/2006/table">
            <a:tbl>
              <a:tblPr>
                <a:noFill/>
                <a:tableStyleId>{BA9145A9-24C7-4589-A7C5-3B1FB2BEE7CA}</a:tableStyleId>
              </a:tblPr>
              <a:tblGrid>
                <a:gridCol w="749625"/>
                <a:gridCol w="1313175"/>
              </a:tblGrid>
              <a:tr h="228600">
                <a:tc>
                  <a:txBody>
                    <a:bodyPr/>
                    <a:lstStyle/>
                    <a:p>
                      <a:pPr indent="0" lvl="0" marL="0" marR="0" rtl="0" algn="l">
                        <a:spcBef>
                          <a:spcPts val="0"/>
                        </a:spcBef>
                        <a:spcAft>
                          <a:spcPts val="0"/>
                        </a:spcAft>
                        <a:buNone/>
                      </a:pPr>
                      <a:r>
                        <a:rPr lang="en-US" sz="1800"/>
                        <a:t>Value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Meaning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1</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Ascending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-1</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Descending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6"/>
          <p:cNvSpPr txBox="1"/>
          <p:nvPr>
            <p:ph type="ctrTitle"/>
          </p:nvPr>
        </p:nvSpPr>
        <p:spPr>
          <a:xfrm>
            <a:off x="1524000" y="2235200"/>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Request body parsing in Express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t>Introduction				</a:t>
            </a:r>
            <a:endParaRPr/>
          </a:p>
        </p:txBody>
      </p:sp>
      <p:sp>
        <p:nvSpPr>
          <p:cNvPr id="231" name="Google Shape;231;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Request body parsing in Express.js refers to the process of reading and converting the data sent in the HTTP request body into a usable JavaScript object. The parsed data becomes available in the req.body property.</a:t>
            </a:r>
            <a:endParaRPr/>
          </a:p>
          <a:p>
            <a:pPr indent="-228600" lvl="0" marL="228600" rtl="0" algn="l">
              <a:lnSpc>
                <a:spcPct val="90000"/>
              </a:lnSpc>
              <a:spcBef>
                <a:spcPts val="1000"/>
              </a:spcBef>
              <a:spcAft>
                <a:spcPts val="0"/>
              </a:spcAft>
              <a:buClr>
                <a:schemeClr val="lt1"/>
              </a:buClr>
              <a:buSzPts val="2800"/>
              <a:buChar char="•"/>
            </a:pPr>
            <a:r>
              <a:rPr lang="en-US"/>
              <a:t>This is done using middleware functions that process the request before it reaches the route handler.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t>Built-in Body Parsing Middleware</a:t>
            </a:r>
            <a:endParaRPr/>
          </a:p>
        </p:txBody>
      </p:sp>
      <p:sp>
        <p:nvSpPr>
          <p:cNvPr id="237" name="Google Shape;23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From </a:t>
            </a:r>
            <a:r>
              <a:rPr b="1" lang="en-US"/>
              <a:t>Express v4.16.0 and later</a:t>
            </a:r>
            <a:r>
              <a:rPr lang="en-US"/>
              <a:t>, built-in middleware is available for parsing common request body formats, so installing </a:t>
            </a:r>
            <a:r>
              <a:rPr b="1" lang="en-US"/>
              <a:t>body-parser</a:t>
            </a:r>
            <a:r>
              <a:rPr lang="en-US"/>
              <a:t> separately is usually unnecessary.</a:t>
            </a:r>
            <a:endParaRPr/>
          </a:p>
          <a:p>
            <a:pPr indent="-228600" lvl="0" marL="228600" rtl="0" algn="l">
              <a:lnSpc>
                <a:spcPct val="90000"/>
              </a:lnSpc>
              <a:spcBef>
                <a:spcPts val="1000"/>
              </a:spcBef>
              <a:spcAft>
                <a:spcPts val="0"/>
              </a:spcAft>
              <a:buClr>
                <a:schemeClr val="lt1"/>
              </a:buClr>
              <a:buSzPts val="2800"/>
              <a:buChar char="•"/>
            </a:pPr>
            <a:r>
              <a:rPr lang="en-US"/>
              <a:t>The two main built-in parsers are:</a:t>
            </a:r>
            <a:endParaRPr/>
          </a:p>
          <a:p>
            <a:pPr indent="-50800" lvl="0" marL="228600" rtl="0" algn="l">
              <a:lnSpc>
                <a:spcPct val="90000"/>
              </a:lnSpc>
              <a:spcBef>
                <a:spcPts val="1000"/>
              </a:spcBef>
              <a:spcAft>
                <a:spcPts val="0"/>
              </a:spcAft>
              <a:buClr>
                <a:schemeClr val="lt1"/>
              </a:buClr>
              <a:buSzPts val="2800"/>
              <a:buNone/>
            </a:pPr>
            <a:r>
              <a:t/>
            </a:r>
            <a:endParaRPr/>
          </a:p>
        </p:txBody>
      </p:sp>
      <p:graphicFrame>
        <p:nvGraphicFramePr>
          <p:cNvPr id="238" name="Google Shape;238;p28"/>
          <p:cNvGraphicFramePr/>
          <p:nvPr/>
        </p:nvGraphicFramePr>
        <p:xfrm>
          <a:off x="838200" y="3914209"/>
          <a:ext cx="3000000" cy="3000000"/>
        </p:xfrm>
        <a:graphic>
          <a:graphicData uri="http://schemas.openxmlformats.org/drawingml/2006/table">
            <a:tbl>
              <a:tblPr>
                <a:noFill/>
                <a:tableStyleId>{BA9145A9-24C7-4589-A7C5-3B1FB2BEE7CA}</a:tableStyleId>
              </a:tblPr>
              <a:tblGrid>
                <a:gridCol w="5257800"/>
                <a:gridCol w="5257800"/>
              </a:tblGrid>
              <a:tr h="228600">
                <a:tc>
                  <a:txBody>
                    <a:bodyPr/>
                    <a:lstStyle/>
                    <a:p>
                      <a:pPr indent="0" lvl="0" marL="0" marR="0" rtl="0" algn="ctr">
                        <a:spcBef>
                          <a:spcPts val="0"/>
                        </a:spcBef>
                        <a:spcAft>
                          <a:spcPts val="0"/>
                        </a:spcAft>
                        <a:buNone/>
                      </a:pPr>
                      <a:r>
                        <a:rPr b="1" lang="en-US" sz="1800">
                          <a:solidFill>
                            <a:srgbClr val="F3F3F3"/>
                          </a:solidFill>
                        </a:rPr>
                        <a:t>Middleware</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800">
                          <a:solidFill>
                            <a:srgbClr val="F3F3F3"/>
                          </a:solidFill>
                        </a:rPr>
                        <a:t>Purpose</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solidFill>
                            <a:srgbClr val="F3F3F3"/>
                          </a:solidFill>
                        </a:rPr>
                        <a:t>express.json()</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F3F3F3"/>
                          </a:solidFill>
                        </a:rPr>
                        <a:t>Parses JSON request bodies</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solidFill>
                            <a:srgbClr val="F3F3F3"/>
                          </a:solidFill>
                        </a:rPr>
                        <a:t>express.urlencoded()</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solidFill>
                            <a:srgbClr val="F3F3F3"/>
                          </a:solidFill>
                        </a:rPr>
                        <a:t>Parses URL-encoded form data</a:t>
                      </a:r>
                      <a:endParaRPr>
                        <a:solidFill>
                          <a:srgbClr val="F3F3F3"/>
                        </a:solidFill>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1. Parsing JSON Request Body</a:t>
            </a:r>
            <a:endParaRPr/>
          </a:p>
        </p:txBody>
      </p:sp>
      <p:sp>
        <p:nvSpPr>
          <p:cNvPr id="244" name="Google Shape;244;p29"/>
          <p:cNvSpPr txBox="1"/>
          <p:nvPr>
            <p:ph idx="1" type="body"/>
          </p:nvPr>
        </p:nvSpPr>
        <p:spPr>
          <a:xfrm>
            <a:off x="339634" y="1825625"/>
            <a:ext cx="11634652"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lt1"/>
              </a:buClr>
              <a:buSzPct val="100000"/>
              <a:buChar char="•"/>
            </a:pPr>
            <a:r>
              <a:rPr lang="en-US"/>
              <a:t>Used when the request header contains: </a:t>
            </a:r>
            <a:endParaRPr/>
          </a:p>
          <a:p>
            <a:pPr indent="-228600" lvl="1" marL="685800" rtl="0" algn="l">
              <a:lnSpc>
                <a:spcPct val="90000"/>
              </a:lnSpc>
              <a:spcBef>
                <a:spcPts val="500"/>
              </a:spcBef>
              <a:spcAft>
                <a:spcPts val="0"/>
              </a:spcAft>
              <a:buClr>
                <a:schemeClr val="lt1"/>
              </a:buClr>
              <a:buSzPct val="100000"/>
              <a:buChar char="•"/>
            </a:pPr>
            <a:r>
              <a:rPr lang="en-US"/>
              <a:t>Content-Type: application/json</a:t>
            </a:r>
            <a:endParaRPr/>
          </a:p>
          <a:p>
            <a:pPr indent="-228600" lvl="1" marL="685800" rtl="0" algn="l">
              <a:lnSpc>
                <a:spcPct val="90000"/>
              </a:lnSpc>
              <a:spcBef>
                <a:spcPts val="500"/>
              </a:spcBef>
              <a:spcAft>
                <a:spcPts val="0"/>
              </a:spcAft>
              <a:buClr>
                <a:schemeClr val="lt1"/>
              </a:buClr>
              <a:buSzPct val="100000"/>
              <a:buChar char="•"/>
            </a:pPr>
            <a:r>
              <a:rPr lang="en-US"/>
              <a:t>Example:</a:t>
            </a:r>
            <a:endParaRPr/>
          </a:p>
          <a:p>
            <a:pPr indent="0" lvl="2" marL="914400" rtl="0" algn="l">
              <a:lnSpc>
                <a:spcPct val="90000"/>
              </a:lnSpc>
              <a:spcBef>
                <a:spcPts val="500"/>
              </a:spcBef>
              <a:spcAft>
                <a:spcPts val="0"/>
              </a:spcAft>
              <a:buClr>
                <a:schemeClr val="lt1"/>
              </a:buClr>
              <a:buSzPct val="100000"/>
              <a:buNone/>
            </a:pPr>
            <a:r>
              <a:rPr lang="en-US"/>
              <a:t>const express = require('express');</a:t>
            </a:r>
            <a:endParaRPr/>
          </a:p>
          <a:p>
            <a:pPr indent="0" lvl="2" marL="914400" rtl="0" algn="l">
              <a:lnSpc>
                <a:spcPct val="90000"/>
              </a:lnSpc>
              <a:spcBef>
                <a:spcPts val="500"/>
              </a:spcBef>
              <a:spcAft>
                <a:spcPts val="0"/>
              </a:spcAft>
              <a:buClr>
                <a:schemeClr val="lt1"/>
              </a:buClr>
              <a:buSzPct val="100000"/>
              <a:buNone/>
            </a:pPr>
            <a:r>
              <a:rPr lang="en-US"/>
              <a:t>const app = express();</a:t>
            </a:r>
            <a:endParaRPr/>
          </a:p>
          <a:p>
            <a:pPr indent="0" lvl="2" marL="914400" rtl="0" algn="l">
              <a:lnSpc>
                <a:spcPct val="90000"/>
              </a:lnSpc>
              <a:spcBef>
                <a:spcPts val="500"/>
              </a:spcBef>
              <a:spcAft>
                <a:spcPts val="0"/>
              </a:spcAft>
              <a:buClr>
                <a:schemeClr val="lt1"/>
              </a:buClr>
              <a:buSzPct val="100000"/>
              <a:buNone/>
            </a:pPr>
            <a:r>
              <a:t/>
            </a:r>
            <a:endParaRPr/>
          </a:p>
          <a:p>
            <a:pPr indent="0" lvl="2" marL="914400" rtl="0" algn="l">
              <a:lnSpc>
                <a:spcPct val="90000"/>
              </a:lnSpc>
              <a:spcBef>
                <a:spcPts val="500"/>
              </a:spcBef>
              <a:spcAft>
                <a:spcPts val="0"/>
              </a:spcAft>
              <a:buClr>
                <a:schemeClr val="lt1"/>
              </a:buClr>
              <a:buSzPct val="100000"/>
              <a:buNone/>
            </a:pPr>
            <a:r>
              <a:rPr lang="en-US"/>
              <a:t>// Middleware to parse JSON data</a:t>
            </a:r>
            <a:endParaRPr/>
          </a:p>
          <a:p>
            <a:pPr indent="0" lvl="2" marL="914400" rtl="0" algn="l">
              <a:lnSpc>
                <a:spcPct val="90000"/>
              </a:lnSpc>
              <a:spcBef>
                <a:spcPts val="500"/>
              </a:spcBef>
              <a:spcAft>
                <a:spcPts val="0"/>
              </a:spcAft>
              <a:buClr>
                <a:schemeClr val="lt1"/>
              </a:buClr>
              <a:buSzPct val="100000"/>
              <a:buNone/>
            </a:pPr>
            <a:r>
              <a:rPr lang="en-US"/>
              <a:t>app.use(express.json());</a:t>
            </a:r>
            <a:endParaRPr/>
          </a:p>
          <a:p>
            <a:pPr indent="0" lvl="2" marL="914400" rtl="0" algn="l">
              <a:lnSpc>
                <a:spcPct val="90000"/>
              </a:lnSpc>
              <a:spcBef>
                <a:spcPts val="500"/>
              </a:spcBef>
              <a:spcAft>
                <a:spcPts val="0"/>
              </a:spcAft>
              <a:buClr>
                <a:schemeClr val="lt1"/>
              </a:buClr>
              <a:buSzPct val="100000"/>
              <a:buNone/>
            </a:pPr>
            <a:r>
              <a:t/>
            </a:r>
            <a:endParaRPr/>
          </a:p>
          <a:p>
            <a:pPr indent="0" lvl="2" marL="914400" rtl="0" algn="l">
              <a:lnSpc>
                <a:spcPct val="90000"/>
              </a:lnSpc>
              <a:spcBef>
                <a:spcPts val="500"/>
              </a:spcBef>
              <a:spcAft>
                <a:spcPts val="0"/>
              </a:spcAft>
              <a:buClr>
                <a:schemeClr val="lt1"/>
              </a:buClr>
              <a:buSzPct val="100000"/>
              <a:buNone/>
            </a:pPr>
            <a:r>
              <a:rPr lang="en-US"/>
              <a:t>app.post('/data', (req, res) =&gt; {</a:t>
            </a:r>
            <a:endParaRPr/>
          </a:p>
          <a:p>
            <a:pPr indent="0" lvl="2" marL="914400" rtl="0" algn="l">
              <a:lnSpc>
                <a:spcPct val="90000"/>
              </a:lnSpc>
              <a:spcBef>
                <a:spcPts val="500"/>
              </a:spcBef>
              <a:spcAft>
                <a:spcPts val="0"/>
              </a:spcAft>
              <a:buClr>
                <a:schemeClr val="lt1"/>
              </a:buClr>
              <a:buSzPct val="100000"/>
              <a:buNone/>
            </a:pPr>
            <a:r>
              <a:rPr lang="en-US"/>
              <a:t>  console.log(req.body);   // Parsed JSON data</a:t>
            </a:r>
            <a:endParaRPr/>
          </a:p>
          <a:p>
            <a:pPr indent="0" lvl="2" marL="914400" rtl="0" algn="l">
              <a:lnSpc>
                <a:spcPct val="90000"/>
              </a:lnSpc>
              <a:spcBef>
                <a:spcPts val="500"/>
              </a:spcBef>
              <a:spcAft>
                <a:spcPts val="0"/>
              </a:spcAft>
              <a:buClr>
                <a:schemeClr val="lt1"/>
              </a:buClr>
              <a:buSzPct val="100000"/>
              <a:buNone/>
            </a:pPr>
            <a:r>
              <a:rPr lang="en-US"/>
              <a:t>  res.send("JSON data received");</a:t>
            </a:r>
            <a:endParaRPr/>
          </a:p>
          <a:p>
            <a:pPr indent="0" lvl="2" marL="914400" rtl="0" algn="l">
              <a:lnSpc>
                <a:spcPct val="90000"/>
              </a:lnSpc>
              <a:spcBef>
                <a:spcPts val="500"/>
              </a:spcBef>
              <a:spcAft>
                <a:spcPts val="0"/>
              </a:spcAft>
              <a:buClr>
                <a:schemeClr val="lt1"/>
              </a:buClr>
              <a:buSzPct val="100000"/>
              <a:buNone/>
            </a:pPr>
            <a:r>
              <a:rPr lang="en-US"/>
              <a:t>});</a:t>
            </a:r>
            <a:endParaRPr/>
          </a:p>
          <a:p>
            <a:pPr indent="0" lvl="2" marL="914400" rtl="0" algn="l">
              <a:lnSpc>
                <a:spcPct val="90000"/>
              </a:lnSpc>
              <a:spcBef>
                <a:spcPts val="500"/>
              </a:spcBef>
              <a:spcAft>
                <a:spcPts val="0"/>
              </a:spcAft>
              <a:buClr>
                <a:schemeClr val="lt1"/>
              </a:buClr>
              <a:buSzPct val="100000"/>
              <a:buNone/>
            </a:pPr>
            <a:r>
              <a:t/>
            </a:r>
            <a:endParaRPr/>
          </a:p>
          <a:p>
            <a:pPr indent="0" lvl="2" marL="914400" rtl="0" algn="l">
              <a:lnSpc>
                <a:spcPct val="90000"/>
              </a:lnSpc>
              <a:spcBef>
                <a:spcPts val="500"/>
              </a:spcBef>
              <a:spcAft>
                <a:spcPts val="0"/>
              </a:spcAft>
              <a:buClr>
                <a:schemeClr val="lt1"/>
              </a:buClr>
              <a:buSzPct val="100000"/>
              <a:buNone/>
            </a:pPr>
            <a:r>
              <a:rPr lang="en-US"/>
              <a:t>app.listen(3000);</a:t>
            </a:r>
            <a:endParaRPr/>
          </a:p>
          <a:p>
            <a:pPr indent="0" lvl="2" marL="914400" rtl="0" algn="l">
              <a:lnSpc>
                <a:spcPct val="90000"/>
              </a:lnSpc>
              <a:spcBef>
                <a:spcPts val="500"/>
              </a:spcBef>
              <a:spcAft>
                <a:spcPts val="0"/>
              </a:spcAft>
              <a:buClr>
                <a:schemeClr val="lt1"/>
              </a:buClr>
              <a:buSzPct val="100000"/>
              <a:buNone/>
            </a:pPr>
            <a:r>
              <a:t/>
            </a:r>
            <a:endParaRPr/>
          </a:p>
          <a:p>
            <a:pPr indent="-228600" lvl="1" marL="685800" rtl="0" algn="l">
              <a:lnSpc>
                <a:spcPct val="90000"/>
              </a:lnSpc>
              <a:spcBef>
                <a:spcPts val="500"/>
              </a:spcBef>
              <a:spcAft>
                <a:spcPts val="0"/>
              </a:spcAft>
              <a:buClr>
                <a:schemeClr val="lt1"/>
              </a:buClr>
              <a:buSzPct val="100000"/>
              <a:buChar char="•"/>
            </a:pPr>
            <a:r>
              <a:rPr lang="en-US"/>
              <a:t>Here, the JSON data sent by the client becomes available in req.body.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2. Parsing URL-Encoded Form Data</a:t>
            </a:r>
            <a:endParaRPr/>
          </a:p>
        </p:txBody>
      </p:sp>
      <p:sp>
        <p:nvSpPr>
          <p:cNvPr id="250" name="Google Shape;250;p30"/>
          <p:cNvSpPr txBox="1"/>
          <p:nvPr>
            <p:ph idx="1" type="body"/>
          </p:nvPr>
        </p:nvSpPr>
        <p:spPr>
          <a:xfrm>
            <a:off x="357051" y="1478756"/>
            <a:ext cx="11634652"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lt1"/>
              </a:buClr>
              <a:buSzPct val="100000"/>
              <a:buChar char="•"/>
            </a:pPr>
            <a:r>
              <a:rPr lang="en-US"/>
              <a:t>Used for HTML form submissions with header: </a:t>
            </a:r>
            <a:endParaRPr/>
          </a:p>
          <a:p>
            <a:pPr indent="-228600" lvl="1" marL="685800" rtl="0" algn="l">
              <a:lnSpc>
                <a:spcPct val="90000"/>
              </a:lnSpc>
              <a:spcBef>
                <a:spcPts val="500"/>
              </a:spcBef>
              <a:spcAft>
                <a:spcPts val="0"/>
              </a:spcAft>
              <a:buClr>
                <a:schemeClr val="lt1"/>
              </a:buClr>
              <a:buSzPct val="100000"/>
              <a:buChar char="•"/>
            </a:pPr>
            <a:r>
              <a:rPr b="1" lang="en-US"/>
              <a:t>Content-Type:</a:t>
            </a:r>
            <a:r>
              <a:rPr lang="en-US"/>
              <a:t> application/x-www-form-urlencoded</a:t>
            </a:r>
            <a:endParaRPr/>
          </a:p>
          <a:p>
            <a:pPr indent="-228600" lvl="1" marL="685800" rtl="0" algn="l">
              <a:lnSpc>
                <a:spcPct val="90000"/>
              </a:lnSpc>
              <a:spcBef>
                <a:spcPts val="500"/>
              </a:spcBef>
              <a:spcAft>
                <a:spcPts val="0"/>
              </a:spcAft>
              <a:buClr>
                <a:schemeClr val="lt1"/>
              </a:buClr>
              <a:buSzPct val="100000"/>
              <a:buChar char="•"/>
            </a:pPr>
            <a:r>
              <a:rPr b="1" lang="en-US"/>
              <a:t>Example:</a:t>
            </a:r>
            <a:endParaRPr b="1"/>
          </a:p>
          <a:p>
            <a:pPr indent="0" lvl="2" marL="914400" rtl="0" algn="l">
              <a:lnSpc>
                <a:spcPct val="90000"/>
              </a:lnSpc>
              <a:spcBef>
                <a:spcPts val="500"/>
              </a:spcBef>
              <a:spcAft>
                <a:spcPts val="0"/>
              </a:spcAft>
              <a:buClr>
                <a:schemeClr val="lt1"/>
              </a:buClr>
              <a:buSzPct val="100000"/>
              <a:buNone/>
            </a:pPr>
            <a:r>
              <a:rPr lang="en-US"/>
              <a:t>const express = require('express');</a:t>
            </a:r>
            <a:endParaRPr/>
          </a:p>
          <a:p>
            <a:pPr indent="0" lvl="2" marL="914400" rtl="0" algn="l">
              <a:lnSpc>
                <a:spcPct val="90000"/>
              </a:lnSpc>
              <a:spcBef>
                <a:spcPts val="500"/>
              </a:spcBef>
              <a:spcAft>
                <a:spcPts val="0"/>
              </a:spcAft>
              <a:buClr>
                <a:schemeClr val="lt1"/>
              </a:buClr>
              <a:buSzPct val="100000"/>
              <a:buNone/>
            </a:pPr>
            <a:r>
              <a:rPr lang="en-US"/>
              <a:t>const app = express();</a:t>
            </a:r>
            <a:endParaRPr/>
          </a:p>
          <a:p>
            <a:pPr indent="0" lvl="2" marL="914400" rtl="0" algn="l">
              <a:lnSpc>
                <a:spcPct val="90000"/>
              </a:lnSpc>
              <a:spcBef>
                <a:spcPts val="500"/>
              </a:spcBef>
              <a:spcAft>
                <a:spcPts val="0"/>
              </a:spcAft>
              <a:buClr>
                <a:schemeClr val="lt1"/>
              </a:buClr>
              <a:buSzPct val="100000"/>
              <a:buNone/>
            </a:pPr>
            <a:r>
              <a:t/>
            </a:r>
            <a:endParaRPr/>
          </a:p>
          <a:p>
            <a:pPr indent="0" lvl="2" marL="914400" rtl="0" algn="l">
              <a:lnSpc>
                <a:spcPct val="90000"/>
              </a:lnSpc>
              <a:spcBef>
                <a:spcPts val="500"/>
              </a:spcBef>
              <a:spcAft>
                <a:spcPts val="0"/>
              </a:spcAft>
              <a:buClr>
                <a:schemeClr val="lt1"/>
              </a:buClr>
              <a:buSzPct val="100000"/>
              <a:buNone/>
            </a:pPr>
            <a:r>
              <a:rPr lang="en-US"/>
              <a:t>// Middleware to parse form data</a:t>
            </a:r>
            <a:endParaRPr/>
          </a:p>
          <a:p>
            <a:pPr indent="0" lvl="2" marL="914400" rtl="0" algn="l">
              <a:lnSpc>
                <a:spcPct val="90000"/>
              </a:lnSpc>
              <a:spcBef>
                <a:spcPts val="500"/>
              </a:spcBef>
              <a:spcAft>
                <a:spcPts val="0"/>
              </a:spcAft>
              <a:buClr>
                <a:schemeClr val="lt1"/>
              </a:buClr>
              <a:buSzPct val="100000"/>
              <a:buNone/>
            </a:pPr>
            <a:r>
              <a:rPr lang="en-US"/>
              <a:t>app.use(express.urlencoded({ extended: true }));</a:t>
            </a:r>
            <a:endParaRPr/>
          </a:p>
          <a:p>
            <a:pPr indent="0" lvl="2" marL="914400" rtl="0" algn="l">
              <a:lnSpc>
                <a:spcPct val="90000"/>
              </a:lnSpc>
              <a:spcBef>
                <a:spcPts val="500"/>
              </a:spcBef>
              <a:spcAft>
                <a:spcPts val="0"/>
              </a:spcAft>
              <a:buClr>
                <a:schemeClr val="lt1"/>
              </a:buClr>
              <a:buSzPct val="100000"/>
              <a:buNone/>
            </a:pPr>
            <a:r>
              <a:t/>
            </a:r>
            <a:endParaRPr/>
          </a:p>
          <a:p>
            <a:pPr indent="0" lvl="2" marL="914400" rtl="0" algn="l">
              <a:lnSpc>
                <a:spcPct val="90000"/>
              </a:lnSpc>
              <a:spcBef>
                <a:spcPts val="500"/>
              </a:spcBef>
              <a:spcAft>
                <a:spcPts val="0"/>
              </a:spcAft>
              <a:buClr>
                <a:schemeClr val="lt1"/>
              </a:buClr>
              <a:buSzPct val="100000"/>
              <a:buNone/>
            </a:pPr>
            <a:r>
              <a:rPr lang="en-US"/>
              <a:t>app.post('/form', (req, res) =&gt; {</a:t>
            </a:r>
            <a:endParaRPr/>
          </a:p>
          <a:p>
            <a:pPr indent="0" lvl="2" marL="914400" rtl="0" algn="l">
              <a:lnSpc>
                <a:spcPct val="90000"/>
              </a:lnSpc>
              <a:spcBef>
                <a:spcPts val="500"/>
              </a:spcBef>
              <a:spcAft>
                <a:spcPts val="0"/>
              </a:spcAft>
              <a:buClr>
                <a:schemeClr val="lt1"/>
              </a:buClr>
              <a:buSzPct val="100000"/>
              <a:buNone/>
            </a:pPr>
            <a:r>
              <a:rPr lang="en-US"/>
              <a:t>  console.log(req.body);  // Parsed form fields</a:t>
            </a:r>
            <a:endParaRPr/>
          </a:p>
          <a:p>
            <a:pPr indent="0" lvl="2" marL="914400" rtl="0" algn="l">
              <a:lnSpc>
                <a:spcPct val="90000"/>
              </a:lnSpc>
              <a:spcBef>
                <a:spcPts val="500"/>
              </a:spcBef>
              <a:spcAft>
                <a:spcPts val="0"/>
              </a:spcAft>
              <a:buClr>
                <a:schemeClr val="lt1"/>
              </a:buClr>
              <a:buSzPct val="100000"/>
              <a:buNone/>
            </a:pPr>
            <a:r>
              <a:rPr lang="en-US"/>
              <a:t>  res.send("Form data received");</a:t>
            </a:r>
            <a:endParaRPr/>
          </a:p>
          <a:p>
            <a:pPr indent="0" lvl="2" marL="914400" rtl="0" algn="l">
              <a:lnSpc>
                <a:spcPct val="90000"/>
              </a:lnSpc>
              <a:spcBef>
                <a:spcPts val="500"/>
              </a:spcBef>
              <a:spcAft>
                <a:spcPts val="0"/>
              </a:spcAft>
              <a:buClr>
                <a:schemeClr val="lt1"/>
              </a:buClr>
              <a:buSzPct val="100000"/>
              <a:buNone/>
            </a:pPr>
            <a:r>
              <a:rPr lang="en-US"/>
              <a:t>});</a:t>
            </a:r>
            <a:endParaRPr/>
          </a:p>
          <a:p>
            <a:pPr indent="0" lvl="2" marL="914400" rtl="0" algn="l">
              <a:lnSpc>
                <a:spcPct val="90000"/>
              </a:lnSpc>
              <a:spcBef>
                <a:spcPts val="500"/>
              </a:spcBef>
              <a:spcAft>
                <a:spcPts val="0"/>
              </a:spcAft>
              <a:buClr>
                <a:schemeClr val="lt1"/>
              </a:buClr>
              <a:buSzPct val="100000"/>
              <a:buNone/>
            </a:pPr>
            <a:r>
              <a:t/>
            </a:r>
            <a:endParaRPr/>
          </a:p>
          <a:p>
            <a:pPr indent="0" lvl="2" marL="914400" rtl="0" algn="l">
              <a:lnSpc>
                <a:spcPct val="90000"/>
              </a:lnSpc>
              <a:spcBef>
                <a:spcPts val="500"/>
              </a:spcBef>
              <a:spcAft>
                <a:spcPts val="0"/>
              </a:spcAft>
              <a:buClr>
                <a:schemeClr val="lt1"/>
              </a:buClr>
              <a:buSzPct val="100000"/>
              <a:buNone/>
            </a:pPr>
            <a:r>
              <a:rPr lang="en-US"/>
              <a:t>app.listen(3000);</a:t>
            </a:r>
            <a:endParaRPr/>
          </a:p>
          <a:p>
            <a:pPr indent="-110490" lvl="1" marL="685800" rtl="0" algn="l">
              <a:lnSpc>
                <a:spcPct val="90000"/>
              </a:lnSpc>
              <a:spcBef>
                <a:spcPts val="500"/>
              </a:spcBef>
              <a:spcAft>
                <a:spcPts val="0"/>
              </a:spcAft>
              <a:buClr>
                <a:schemeClr val="lt1"/>
              </a:buClr>
              <a:buSzPct val="100000"/>
              <a:buNone/>
            </a:pPr>
            <a:r>
              <a:t/>
            </a:r>
            <a:endParaRPr/>
          </a:p>
          <a:p>
            <a:pPr indent="-228600" lvl="1" marL="685800" rtl="0" algn="l">
              <a:lnSpc>
                <a:spcPct val="90000"/>
              </a:lnSpc>
              <a:spcBef>
                <a:spcPts val="500"/>
              </a:spcBef>
              <a:spcAft>
                <a:spcPts val="0"/>
              </a:spcAft>
              <a:buClr>
                <a:schemeClr val="lt1"/>
              </a:buClr>
              <a:buSzPct val="100000"/>
              <a:buChar char="•"/>
            </a:pPr>
            <a:r>
              <a:rPr b="1" lang="en-US"/>
              <a:t>extended Option</a:t>
            </a:r>
            <a:endParaRPr b="1"/>
          </a:p>
        </p:txBody>
      </p:sp>
      <p:graphicFrame>
        <p:nvGraphicFramePr>
          <p:cNvPr id="251" name="Google Shape;251;p30"/>
          <p:cNvGraphicFramePr/>
          <p:nvPr/>
        </p:nvGraphicFramePr>
        <p:xfrm>
          <a:off x="2995748" y="5582195"/>
          <a:ext cx="3000000" cy="3000000"/>
        </p:xfrm>
        <a:graphic>
          <a:graphicData uri="http://schemas.openxmlformats.org/drawingml/2006/table">
            <a:tbl>
              <a:tblPr>
                <a:noFill/>
                <a:tableStyleId>{BA9145A9-24C7-4589-A7C5-3B1FB2BEE7CA}</a:tableStyleId>
              </a:tblPr>
              <a:tblGrid>
                <a:gridCol w="749625"/>
                <a:gridCol w="5241475"/>
              </a:tblGrid>
              <a:tr h="367125">
                <a:tc>
                  <a:txBody>
                    <a:bodyPr/>
                    <a:lstStyle/>
                    <a:p>
                      <a:pPr indent="0" lvl="0" marL="0" marR="0" rtl="0" algn="ctr">
                        <a:spcBef>
                          <a:spcPts val="0"/>
                        </a:spcBef>
                        <a:spcAft>
                          <a:spcPts val="0"/>
                        </a:spcAft>
                        <a:buNone/>
                      </a:pPr>
                      <a:r>
                        <a:rPr b="1" lang="en-US" sz="1800"/>
                        <a:t>Value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800"/>
                        <a:t>Meaning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7125">
                <a:tc>
                  <a:txBody>
                    <a:bodyPr/>
                    <a:lstStyle/>
                    <a:p>
                      <a:pPr indent="0" lvl="0" marL="0" marR="0" rtl="0" algn="l">
                        <a:spcBef>
                          <a:spcPts val="0"/>
                        </a:spcBef>
                        <a:spcAft>
                          <a:spcPts val="0"/>
                        </a:spcAft>
                        <a:buNone/>
                      </a:pPr>
                      <a:r>
                        <a:rPr lang="en-US" sz="1800"/>
                        <a:t>true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Supports nested objects and arrays</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67125">
                <a:tc>
                  <a:txBody>
                    <a:bodyPr/>
                    <a:lstStyle/>
                    <a:p>
                      <a:pPr indent="0" lvl="0" marL="0" marR="0" rtl="0" algn="l">
                        <a:spcBef>
                          <a:spcPts val="0"/>
                        </a:spcBef>
                        <a:spcAft>
                          <a:spcPts val="0"/>
                        </a:spcAft>
                        <a:buNone/>
                      </a:pPr>
                      <a:r>
                        <a:rPr lang="en-US" sz="1800"/>
                        <a:t>false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Supports only simple key-value pairs</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1"/>
          <p:cNvSpPr txBox="1"/>
          <p:nvPr>
            <p:ph type="title"/>
          </p:nvPr>
        </p:nvSpPr>
        <p:spPr>
          <a:xfrm>
            <a:off x="838200" y="365125"/>
            <a:ext cx="10515600" cy="453481"/>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Calibri"/>
              <a:buNone/>
            </a:pPr>
            <a:r>
              <a:rPr b="1" lang="en-US"/>
              <a:t>Important Points</a:t>
            </a:r>
            <a:endParaRPr/>
          </a:p>
        </p:txBody>
      </p:sp>
      <p:graphicFrame>
        <p:nvGraphicFramePr>
          <p:cNvPr id="257" name="Google Shape;257;p31"/>
          <p:cNvGraphicFramePr/>
          <p:nvPr/>
        </p:nvGraphicFramePr>
        <p:xfrm>
          <a:off x="470262" y="957263"/>
          <a:ext cx="3000000" cy="3000000"/>
        </p:xfrm>
        <a:graphic>
          <a:graphicData uri="http://schemas.openxmlformats.org/drawingml/2006/table">
            <a:tbl>
              <a:tblPr bandRow="1">
                <a:noFill/>
                <a:tableStyleId>{A6897961-78DA-4F1E-8919-7975A99834D8}</a:tableStyleId>
              </a:tblPr>
              <a:tblGrid>
                <a:gridCol w="5630100"/>
                <a:gridCol w="5630100"/>
              </a:tblGrid>
              <a:tr h="370850">
                <a:tc>
                  <a:txBody>
                    <a:bodyPr/>
                    <a:lstStyle/>
                    <a:p>
                      <a:pPr indent="-342900" lvl="0" marL="342900" marR="0" rtl="0" algn="l">
                        <a:spcBef>
                          <a:spcPts val="0"/>
                        </a:spcBef>
                        <a:spcAft>
                          <a:spcPts val="0"/>
                        </a:spcAft>
                        <a:buClr>
                          <a:schemeClr val="lt1"/>
                        </a:buClr>
                        <a:buSzPts val="1800"/>
                        <a:buFont typeface="Calibri"/>
                        <a:buAutoNum type="arabicPeriod"/>
                      </a:pPr>
                      <a:r>
                        <a:rPr b="1" lang="en-US" sz="1800" u="sng"/>
                        <a:t>Middleware Order</a:t>
                      </a:r>
                      <a:endParaRPr/>
                    </a:p>
                    <a:p>
                      <a:pPr indent="0" lvl="0" marL="0" marR="0" rtl="0" algn="l">
                        <a:spcBef>
                          <a:spcPts val="0"/>
                        </a:spcBef>
                        <a:spcAft>
                          <a:spcPts val="0"/>
                        </a:spcAft>
                        <a:buClr>
                          <a:schemeClr val="lt1"/>
                        </a:buClr>
                        <a:buSzPts val="1800"/>
                        <a:buFont typeface="Calibri"/>
                        <a:buNone/>
                      </a:pPr>
                      <a:r>
                        <a:t/>
                      </a:r>
                      <a:endParaRPr b="1" sz="1800" u="sng"/>
                    </a:p>
                    <a:p>
                      <a:pPr indent="-285750" lvl="0" marL="285750" marR="0" rtl="0" algn="l">
                        <a:spcBef>
                          <a:spcPts val="0"/>
                        </a:spcBef>
                        <a:spcAft>
                          <a:spcPts val="0"/>
                        </a:spcAft>
                        <a:buClr>
                          <a:schemeClr val="lt1"/>
                        </a:buClr>
                        <a:buSzPts val="1800"/>
                        <a:buFont typeface="Arial"/>
                        <a:buChar char="•"/>
                      </a:pPr>
                      <a:r>
                        <a:rPr lang="en-US" sz="1800"/>
                        <a:t>Body parsing middleware must be placed </a:t>
                      </a:r>
                      <a:r>
                        <a:rPr b="1" lang="en-US" sz="1800"/>
                        <a:t>before route handlers</a:t>
                      </a:r>
                      <a:r>
                        <a:rPr lang="en-US" sz="1800"/>
                        <a:t>.</a:t>
                      </a:r>
                      <a:endParaRPr/>
                    </a:p>
                    <a:p>
                      <a:pPr indent="-285750" lvl="0" marL="285750" marR="0" rtl="0" algn="l">
                        <a:spcBef>
                          <a:spcPts val="0"/>
                        </a:spcBef>
                        <a:spcAft>
                          <a:spcPts val="0"/>
                        </a:spcAft>
                        <a:buClr>
                          <a:schemeClr val="lt1"/>
                        </a:buClr>
                        <a:buSzPts val="1800"/>
                        <a:buFont typeface="Arial"/>
                        <a:buChar char="•"/>
                      </a:pPr>
                      <a:r>
                        <a:rPr lang="en-US" sz="1800"/>
                        <a:t>app.use(express.json());</a:t>
                      </a:r>
                      <a:br>
                        <a:rPr lang="en-US" sz="1800"/>
                      </a:br>
                      <a:r>
                        <a:rPr lang="en-US" sz="1800"/>
                        <a:t>app.post('/user', (req, res) =&gt; {</a:t>
                      </a:r>
                      <a:br>
                        <a:rPr lang="en-US" sz="1800"/>
                      </a:br>
                      <a:r>
                        <a:rPr lang="en-US" sz="1800"/>
                        <a:t>console.log(req.body);</a:t>
                      </a:r>
                      <a:br>
                        <a:rPr lang="en-US" sz="1800"/>
                      </a:br>
                      <a:r>
                        <a:rPr lang="en-US" sz="1800"/>
                        <a:t>});</a:t>
                      </a:r>
                      <a:endParaRPr/>
                    </a:p>
                    <a:p>
                      <a:pPr indent="0" lvl="0" marL="0" marR="0" rtl="0" algn="l">
                        <a:spcBef>
                          <a:spcPts val="0"/>
                        </a:spcBef>
                        <a:spcAft>
                          <a:spcPts val="0"/>
                        </a:spcAft>
                        <a:buClr>
                          <a:schemeClr val="lt1"/>
                        </a:buClr>
                        <a:buSzPts val="1800"/>
                        <a:buFont typeface="Calibri"/>
                        <a:buNone/>
                      </a:pPr>
                      <a:r>
                        <a:t/>
                      </a:r>
                      <a:endParaRPr b="1" sz="1800"/>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b="1" lang="en-US" sz="1800"/>
                        <a:t>2. req.body is Undefined Without Middleware</a:t>
                      </a:r>
                      <a:endParaRPr/>
                    </a:p>
                    <a:p>
                      <a:pPr indent="-285750" lvl="0" marL="285750" marR="0" rtl="0" algn="l">
                        <a:spcBef>
                          <a:spcPts val="0"/>
                        </a:spcBef>
                        <a:spcAft>
                          <a:spcPts val="0"/>
                        </a:spcAft>
                        <a:buClr>
                          <a:schemeClr val="lt1"/>
                        </a:buClr>
                        <a:buSzPts val="1800"/>
                        <a:buFont typeface="Arial"/>
                        <a:buChar char="•"/>
                      </a:pPr>
                      <a:r>
                        <a:rPr lang="en-US" sz="1800"/>
                        <a:t>If body parsing middleware is not used:</a:t>
                      </a:r>
                      <a:endParaRPr/>
                    </a:p>
                    <a:p>
                      <a:pPr indent="-285750" lvl="0" marL="285750" marR="0" rtl="0" algn="l">
                        <a:spcBef>
                          <a:spcPts val="0"/>
                        </a:spcBef>
                        <a:spcAft>
                          <a:spcPts val="0"/>
                        </a:spcAft>
                        <a:buClr>
                          <a:schemeClr val="lt1"/>
                        </a:buClr>
                        <a:buSzPts val="1800"/>
                        <a:buFont typeface="Arial"/>
                        <a:buChar char="•"/>
                      </a:pPr>
                      <a:r>
                        <a:rPr lang="en-US" sz="1800"/>
                        <a:t>req.body → undefined</a:t>
                      </a:r>
                      <a:endParaRPr sz="1800"/>
                    </a:p>
                  </a:txBody>
                  <a:tcPr marT="45725" marB="45725" marR="91450" marL="91450">
                    <a:lnL cap="flat" cmpd="sng" w="12700">
                      <a:solidFill>
                        <a:schemeClr val="lt1"/>
                      </a:solidFill>
                      <a:prstDash val="solid"/>
                      <a:round/>
                      <a:headEnd len="sm" w="sm" type="none"/>
                      <a:tailEnd len="sm" w="sm" type="none"/>
                    </a:lnL>
                  </a:tcPr>
                </a:tc>
              </a:tr>
              <a:tr h="370850">
                <a:tc>
                  <a:txBody>
                    <a:bodyPr/>
                    <a:lstStyle/>
                    <a:p>
                      <a:pPr indent="0" lvl="0" marL="0" marR="0" rtl="0" algn="l">
                        <a:spcBef>
                          <a:spcPts val="0"/>
                        </a:spcBef>
                        <a:spcAft>
                          <a:spcPts val="0"/>
                        </a:spcAft>
                        <a:buNone/>
                      </a:pPr>
                      <a:r>
                        <a:rPr b="1" lang="en-US" sz="1800"/>
                        <a:t>3. Content-Type Header</a:t>
                      </a:r>
                      <a:endParaRPr/>
                    </a:p>
                    <a:p>
                      <a:pPr indent="-285750" lvl="0" marL="285750" marR="0" rtl="0" algn="l">
                        <a:spcBef>
                          <a:spcPts val="0"/>
                        </a:spcBef>
                        <a:spcAft>
                          <a:spcPts val="0"/>
                        </a:spcAft>
                        <a:buClr>
                          <a:schemeClr val="lt1"/>
                        </a:buClr>
                        <a:buSzPts val="1800"/>
                        <a:buFont typeface="Arial"/>
                        <a:buChar char="•"/>
                      </a:pPr>
                      <a:r>
                        <a:rPr lang="en-US" sz="1800"/>
                        <a:t>The client must send the correct header so Express knows how to parse the request body.</a:t>
                      </a:r>
                      <a:endParaRPr/>
                    </a:p>
                    <a:p>
                      <a:pPr indent="-285750" lvl="0" marL="285750" marR="0" rtl="0" algn="l">
                        <a:spcBef>
                          <a:spcPts val="0"/>
                        </a:spcBef>
                        <a:spcAft>
                          <a:spcPts val="0"/>
                        </a:spcAft>
                        <a:buClr>
                          <a:schemeClr val="lt1"/>
                        </a:buClr>
                        <a:buSzPts val="1800"/>
                        <a:buFont typeface="Arial"/>
                        <a:buChar char="•"/>
                      </a:pPr>
                      <a:r>
                        <a:rPr lang="en-US" sz="1800"/>
                        <a:t>Examples:</a:t>
                      </a:r>
                      <a:endParaRPr/>
                    </a:p>
                    <a:p>
                      <a:pPr indent="0" lvl="0" marL="0" marR="0" rtl="0" algn="l">
                        <a:spcBef>
                          <a:spcPts val="0"/>
                        </a:spcBef>
                        <a:spcAft>
                          <a:spcPts val="0"/>
                        </a:spcAft>
                        <a:buClr>
                          <a:schemeClr val="lt1"/>
                        </a:buClr>
                        <a:buSzPts val="1800"/>
                        <a:buFont typeface="Arial"/>
                        <a:buNone/>
                      </a:pPr>
                      <a:r>
                        <a:rPr lang="en-US" sz="1800"/>
                        <a:t>      application/json</a:t>
                      </a:r>
                      <a:endParaRPr sz="1800"/>
                    </a:p>
                    <a:p>
                      <a:pPr indent="0" lvl="0" marL="0" marR="0" rtl="0" algn="l">
                        <a:spcBef>
                          <a:spcPts val="0"/>
                        </a:spcBef>
                        <a:spcAft>
                          <a:spcPts val="0"/>
                        </a:spcAft>
                        <a:buClr>
                          <a:schemeClr val="lt1"/>
                        </a:buClr>
                        <a:buSzPts val="1800"/>
                        <a:buFont typeface="Arial"/>
                        <a:buNone/>
                      </a:pPr>
                      <a:r>
                        <a:rPr lang="en-US" sz="1800"/>
                        <a:t>      application/x-www-form-urlencoded</a:t>
                      </a:r>
                      <a:endParaRPr sz="1800"/>
                    </a:p>
                  </a:txBody>
                  <a:tcPr marT="45725" marB="45725" marR="91450" marL="91450">
                    <a:lnT cap="flat" cmpd="sng" w="12700">
                      <a:solidFill>
                        <a:schemeClr val="lt1"/>
                      </a:solidFill>
                      <a:prstDash val="solid"/>
                      <a:round/>
                      <a:headEnd len="sm" w="sm" type="none"/>
                      <a:tailEnd len="sm" w="sm" type="none"/>
                    </a:lnT>
                  </a:tcPr>
                </a:tc>
                <a:tc>
                  <a:txBody>
                    <a:bodyPr/>
                    <a:lstStyle/>
                    <a:p>
                      <a:pPr indent="0" lvl="0" marL="0" marR="0" rtl="0" algn="l">
                        <a:spcBef>
                          <a:spcPts val="0"/>
                        </a:spcBef>
                        <a:spcAft>
                          <a:spcPts val="0"/>
                        </a:spcAft>
                        <a:buNone/>
                      </a:pPr>
                      <a:r>
                        <a:rPr b="1" lang="en-US" sz="1800"/>
                        <a:t>4. File Uploads</a:t>
                      </a:r>
                      <a:endParaRPr/>
                    </a:p>
                    <a:p>
                      <a:pPr indent="-285750" lvl="0" marL="285750" marR="0" rtl="0" algn="l">
                        <a:spcBef>
                          <a:spcPts val="0"/>
                        </a:spcBef>
                        <a:spcAft>
                          <a:spcPts val="0"/>
                        </a:spcAft>
                        <a:buClr>
                          <a:schemeClr val="lt1"/>
                        </a:buClr>
                        <a:buSzPts val="1800"/>
                        <a:buFont typeface="Arial"/>
                        <a:buChar char="•"/>
                      </a:pPr>
                      <a:r>
                        <a:rPr lang="en-US" sz="1800"/>
                        <a:t>Built-in middleware does </a:t>
                      </a:r>
                      <a:r>
                        <a:rPr b="1" lang="en-US" sz="1800"/>
                        <a:t>not support file uploads</a:t>
                      </a:r>
                      <a:r>
                        <a:rPr lang="en-US" sz="1800"/>
                        <a:t> (multipart/form-data).</a:t>
                      </a:r>
                      <a:endParaRPr/>
                    </a:p>
                    <a:p>
                      <a:pPr indent="-285750" lvl="0" marL="285750" marR="0" rtl="0" algn="l">
                        <a:spcBef>
                          <a:spcPts val="0"/>
                        </a:spcBef>
                        <a:spcAft>
                          <a:spcPts val="0"/>
                        </a:spcAft>
                        <a:buClr>
                          <a:schemeClr val="lt1"/>
                        </a:buClr>
                        <a:buSzPts val="1800"/>
                        <a:buFont typeface="Arial"/>
                        <a:buChar char="•"/>
                      </a:pPr>
                      <a:r>
                        <a:rPr lang="en-US" sz="1800"/>
                        <a:t>For this, use modules like </a:t>
                      </a:r>
                      <a:r>
                        <a:rPr b="1" lang="en-US" sz="1800"/>
                        <a:t>Multer(</a:t>
                      </a:r>
                      <a:r>
                        <a:rPr b="0" i="0" lang="en-US" sz="1800">
                          <a:solidFill>
                            <a:schemeClr val="dk1"/>
                          </a:solidFill>
                          <a:latin typeface="Calibri"/>
                          <a:ea typeface="Calibri"/>
                          <a:cs typeface="Calibri"/>
                          <a:sym typeface="Calibri"/>
                        </a:rPr>
                        <a:t>Multer is a middleware for Node.js designed to handle </a:t>
                      </a:r>
                      <a:r>
                        <a:rPr lang="en-US" sz="1800"/>
                        <a:t>multipart/form-data</a:t>
                      </a:r>
                      <a:r>
                        <a:rPr b="0" i="0" lang="en-US" sz="1800">
                          <a:solidFill>
                            <a:schemeClr val="dk1"/>
                          </a:solidFill>
                          <a:latin typeface="Calibri"/>
                          <a:ea typeface="Calibri"/>
                          <a:cs typeface="Calibri"/>
                          <a:sym typeface="Calibri"/>
                        </a:rPr>
                        <a:t>, the encoding type used for file uploads in web forms. Commonly used with Express.js, it simplifies processing user-uploaded files by adding file and form data to the </a:t>
                      </a:r>
                      <a:r>
                        <a:rPr lang="en-US" sz="1800"/>
                        <a:t>request</a:t>
                      </a:r>
                      <a:r>
                        <a:rPr b="0" i="0" lang="en-US" sz="1800">
                          <a:solidFill>
                            <a:schemeClr val="dk1"/>
                          </a:solidFill>
                          <a:latin typeface="Calibri"/>
                          <a:ea typeface="Calibri"/>
                          <a:cs typeface="Calibri"/>
                          <a:sym typeface="Calibri"/>
                        </a:rPr>
                        <a:t> object. Written on top of the busboy parser, it emphasizes performance and flexibility.</a:t>
                      </a:r>
                      <a:r>
                        <a:rPr b="1" lang="en-US" sz="1800"/>
                        <a:t>)</a:t>
                      </a:r>
                      <a:r>
                        <a:rPr lang="en-US" sz="1800"/>
                        <a:t>.</a:t>
                      </a:r>
                      <a:endParaRPr sz="1800"/>
                    </a:p>
                  </a:txBody>
                  <a:tcPr marT="45725" marB="45725" marR="91450" marL="91450"/>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2"/>
          <p:cNvSpPr txBox="1"/>
          <p:nvPr>
            <p:ph type="ctrTitle"/>
          </p:nvPr>
        </p:nvSpPr>
        <p:spPr>
          <a:xfrm>
            <a:off x="1524000" y="2235200"/>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NodeJS MongoDB connection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1. Introduction</a:t>
            </a:r>
            <a:endParaRPr/>
          </a:p>
        </p:txBody>
      </p:sp>
      <p:sp>
        <p:nvSpPr>
          <p:cNvPr id="268" name="Google Shape;268;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lt1"/>
              </a:buClr>
              <a:buSzPct val="100000"/>
              <a:buChar char="•"/>
            </a:pPr>
            <a:r>
              <a:rPr b="1" lang="en-US"/>
              <a:t>Node.js</a:t>
            </a:r>
            <a:r>
              <a:rPr lang="en-US"/>
              <a:t> is a JavaScript runtime used to build server-side applications.</a:t>
            </a:r>
            <a:endParaRPr/>
          </a:p>
          <a:p>
            <a:pPr indent="-228600" lvl="0" marL="228600" rtl="0" algn="l">
              <a:lnSpc>
                <a:spcPct val="90000"/>
              </a:lnSpc>
              <a:spcBef>
                <a:spcPts val="1000"/>
              </a:spcBef>
              <a:spcAft>
                <a:spcPts val="0"/>
              </a:spcAft>
              <a:buClr>
                <a:schemeClr val="lt1"/>
              </a:buClr>
              <a:buSzPct val="100000"/>
              <a:buChar char="•"/>
            </a:pPr>
            <a:r>
              <a:rPr b="1" lang="en-US"/>
              <a:t>MongoDB</a:t>
            </a:r>
            <a:r>
              <a:rPr lang="en-US"/>
              <a:t> is a NoSQL database that stores data in </a:t>
            </a:r>
            <a:r>
              <a:rPr b="1" lang="en-US"/>
              <a:t>JSON-like documents</a:t>
            </a:r>
            <a:r>
              <a:rPr lang="en-US"/>
              <a:t>.</a:t>
            </a:r>
            <a:endParaRPr/>
          </a:p>
          <a:p>
            <a:pPr indent="-228600" lvl="0" marL="228600" rtl="0" algn="l">
              <a:lnSpc>
                <a:spcPct val="90000"/>
              </a:lnSpc>
              <a:spcBef>
                <a:spcPts val="1000"/>
              </a:spcBef>
              <a:spcAft>
                <a:spcPts val="0"/>
              </a:spcAft>
              <a:buClr>
                <a:schemeClr val="lt1"/>
              </a:buClr>
              <a:buSzPct val="100000"/>
              <a:buChar char="•"/>
            </a:pPr>
            <a:r>
              <a:rPr lang="en-US"/>
              <a:t>To store and retrieve data from MongoDB using Node.js, we must </a:t>
            </a:r>
            <a:r>
              <a:rPr b="1" lang="en-US"/>
              <a:t>establish a connection between the Node.js application and the MongoDB database</a:t>
            </a:r>
            <a:r>
              <a:rPr lang="en-US"/>
              <a:t> using the </a:t>
            </a:r>
            <a:r>
              <a:rPr b="1" lang="en-US"/>
              <a:t>MongoDB Node.js driver or Mongoose library</a:t>
            </a:r>
            <a:r>
              <a:rPr lang="en-US"/>
              <a:t>.</a:t>
            </a:r>
            <a:endParaRPr/>
          </a:p>
          <a:p>
            <a:pPr indent="-228600" lvl="0" marL="228600" rtl="0" algn="l">
              <a:lnSpc>
                <a:spcPct val="90000"/>
              </a:lnSpc>
              <a:spcBef>
                <a:spcPts val="1000"/>
              </a:spcBef>
              <a:spcAft>
                <a:spcPts val="0"/>
              </a:spcAft>
              <a:buClr>
                <a:schemeClr val="lt1"/>
              </a:buClr>
              <a:buSzPct val="100000"/>
              <a:buChar char="•"/>
            </a:pPr>
            <a:r>
              <a:rPr lang="en-US"/>
              <a:t>The connection allows the Node.js application to perform database operations such as:</a:t>
            </a:r>
            <a:endParaRPr/>
          </a:p>
          <a:p>
            <a:pPr indent="-228600" lvl="1" marL="685800" rtl="0" algn="l">
              <a:lnSpc>
                <a:spcPct val="90000"/>
              </a:lnSpc>
              <a:spcBef>
                <a:spcPts val="500"/>
              </a:spcBef>
              <a:spcAft>
                <a:spcPts val="0"/>
              </a:spcAft>
              <a:buClr>
                <a:schemeClr val="lt1"/>
              </a:buClr>
              <a:buSzPct val="100000"/>
              <a:buChar char="•"/>
            </a:pPr>
            <a:r>
              <a:rPr lang="en-US"/>
              <a:t>Insert data</a:t>
            </a:r>
            <a:endParaRPr/>
          </a:p>
          <a:p>
            <a:pPr indent="-228600" lvl="1" marL="685800" rtl="0" algn="l">
              <a:lnSpc>
                <a:spcPct val="90000"/>
              </a:lnSpc>
              <a:spcBef>
                <a:spcPts val="500"/>
              </a:spcBef>
              <a:spcAft>
                <a:spcPts val="0"/>
              </a:spcAft>
              <a:buClr>
                <a:schemeClr val="lt1"/>
              </a:buClr>
              <a:buSzPct val="100000"/>
              <a:buChar char="•"/>
            </a:pPr>
            <a:r>
              <a:rPr lang="en-US"/>
              <a:t>Retrieve data</a:t>
            </a:r>
            <a:endParaRPr/>
          </a:p>
          <a:p>
            <a:pPr indent="-228600" lvl="1" marL="685800" rtl="0" algn="l">
              <a:lnSpc>
                <a:spcPct val="90000"/>
              </a:lnSpc>
              <a:spcBef>
                <a:spcPts val="500"/>
              </a:spcBef>
              <a:spcAft>
                <a:spcPts val="0"/>
              </a:spcAft>
              <a:buClr>
                <a:schemeClr val="lt1"/>
              </a:buClr>
              <a:buSzPct val="100000"/>
              <a:buChar char="•"/>
            </a:pPr>
            <a:r>
              <a:rPr lang="en-US"/>
              <a:t>Update data</a:t>
            </a:r>
            <a:endParaRPr/>
          </a:p>
          <a:p>
            <a:pPr indent="-228600" lvl="1" marL="685800" rtl="0" algn="l">
              <a:lnSpc>
                <a:spcPct val="90000"/>
              </a:lnSpc>
              <a:spcBef>
                <a:spcPts val="500"/>
              </a:spcBef>
              <a:spcAft>
                <a:spcPts val="0"/>
              </a:spcAft>
              <a:buClr>
                <a:schemeClr val="lt1"/>
              </a:buClr>
              <a:buSzPct val="100000"/>
              <a:buChar char="•"/>
            </a:pPr>
            <a:r>
              <a:rPr lang="en-US"/>
              <a:t>Delete data</a:t>
            </a:r>
            <a:endParaRPr/>
          </a:p>
          <a:p>
            <a:pPr indent="-64135" lvl="0" marL="228600" rtl="0" algn="l">
              <a:lnSpc>
                <a:spcPct val="90000"/>
              </a:lnSpc>
              <a:spcBef>
                <a:spcPts val="1000"/>
              </a:spcBef>
              <a:spcAft>
                <a:spcPts val="0"/>
              </a:spcAft>
              <a:buClr>
                <a:schemeClr val="lt1"/>
              </a:buClr>
              <a:buSzPct val="1000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2. Prerequisites</a:t>
            </a:r>
            <a:endParaRPr/>
          </a:p>
        </p:txBody>
      </p:sp>
      <p:sp>
        <p:nvSpPr>
          <p:cNvPr id="274" name="Google Shape;274;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Before connecting NodeJS with MongoDB, the following must be installed:</a:t>
            </a:r>
            <a:endParaRPr/>
          </a:p>
          <a:p>
            <a:pPr indent="-228600" lvl="1" marL="685800" rtl="0" algn="l">
              <a:lnSpc>
                <a:spcPct val="90000"/>
              </a:lnSpc>
              <a:spcBef>
                <a:spcPts val="500"/>
              </a:spcBef>
              <a:spcAft>
                <a:spcPts val="0"/>
              </a:spcAft>
              <a:buClr>
                <a:schemeClr val="lt1"/>
              </a:buClr>
              <a:buSzPts val="2400"/>
              <a:buChar char="•"/>
            </a:pPr>
            <a:r>
              <a:rPr lang="en-US"/>
              <a:t>Node.js</a:t>
            </a:r>
            <a:endParaRPr/>
          </a:p>
          <a:p>
            <a:pPr indent="-228600" lvl="1" marL="685800" rtl="0" algn="l">
              <a:lnSpc>
                <a:spcPct val="90000"/>
              </a:lnSpc>
              <a:spcBef>
                <a:spcPts val="500"/>
              </a:spcBef>
              <a:spcAft>
                <a:spcPts val="0"/>
              </a:spcAft>
              <a:buClr>
                <a:schemeClr val="lt1"/>
              </a:buClr>
              <a:buSzPts val="2400"/>
              <a:buChar char="•"/>
            </a:pPr>
            <a:r>
              <a:rPr lang="en-US"/>
              <a:t>MongoDB Database Server</a:t>
            </a:r>
            <a:endParaRPr/>
          </a:p>
          <a:p>
            <a:pPr indent="-228600" lvl="1" marL="685800" rtl="0" algn="l">
              <a:lnSpc>
                <a:spcPct val="90000"/>
              </a:lnSpc>
              <a:spcBef>
                <a:spcPts val="500"/>
              </a:spcBef>
              <a:spcAft>
                <a:spcPts val="0"/>
              </a:spcAft>
              <a:buClr>
                <a:schemeClr val="lt1"/>
              </a:buClr>
              <a:buSzPts val="2400"/>
              <a:buChar char="•"/>
            </a:pPr>
            <a:r>
              <a:rPr lang="en-US"/>
              <a:t>MongoDB Node.js Driver or Mongoose package</a:t>
            </a:r>
            <a:endParaRPr/>
          </a:p>
          <a:p>
            <a:pPr indent="-76200" lvl="1" marL="685800" rtl="0" algn="l">
              <a:lnSpc>
                <a:spcPct val="90000"/>
              </a:lnSpc>
              <a:spcBef>
                <a:spcPts val="500"/>
              </a:spcBef>
              <a:spcAft>
                <a:spcPts val="0"/>
              </a:spcAft>
              <a:buClr>
                <a:schemeClr val="lt1"/>
              </a:buClr>
              <a:buSzPts val="2400"/>
              <a:buNone/>
            </a:pPr>
            <a:r>
              <a:t/>
            </a:r>
            <a:endParaRPr/>
          </a:p>
          <a:p>
            <a:pPr indent="-228600" lvl="1" marL="685800" rtl="0" algn="l">
              <a:lnSpc>
                <a:spcPct val="90000"/>
              </a:lnSpc>
              <a:spcBef>
                <a:spcPts val="500"/>
              </a:spcBef>
              <a:spcAft>
                <a:spcPts val="0"/>
              </a:spcAft>
              <a:buClr>
                <a:schemeClr val="lt1"/>
              </a:buClr>
              <a:buSzPts val="2400"/>
              <a:buChar char="•"/>
            </a:pPr>
            <a:r>
              <a:rPr lang="en-US"/>
              <a:t>Install MongoDB driver using npm:</a:t>
            </a:r>
            <a:endParaRPr/>
          </a:p>
          <a:p>
            <a:pPr indent="-228600" lvl="2" marL="1143000" rtl="0" algn="l">
              <a:lnSpc>
                <a:spcPct val="90000"/>
              </a:lnSpc>
              <a:spcBef>
                <a:spcPts val="500"/>
              </a:spcBef>
              <a:spcAft>
                <a:spcPts val="0"/>
              </a:spcAft>
              <a:buClr>
                <a:schemeClr val="lt1"/>
              </a:buClr>
              <a:buSzPts val="2000"/>
              <a:buChar char="•"/>
            </a:pPr>
            <a:r>
              <a:rPr lang="en-US"/>
              <a:t>npm install mongodb</a:t>
            </a:r>
            <a:endParaRPr/>
          </a:p>
          <a:p>
            <a:pPr indent="0" lvl="3" marL="1371600" rtl="0" algn="l">
              <a:lnSpc>
                <a:spcPct val="90000"/>
              </a:lnSpc>
              <a:spcBef>
                <a:spcPts val="500"/>
              </a:spcBef>
              <a:spcAft>
                <a:spcPts val="0"/>
              </a:spcAft>
              <a:buClr>
                <a:schemeClr val="lt1"/>
              </a:buClr>
              <a:buSzPts val="1800"/>
              <a:buNone/>
            </a:pPr>
            <a:r>
              <a:rPr lang="en-US"/>
              <a:t>or install Mongoose:</a:t>
            </a:r>
            <a:endParaRPr/>
          </a:p>
          <a:p>
            <a:pPr indent="-228600" lvl="2" marL="1143000" rtl="0" algn="l">
              <a:lnSpc>
                <a:spcPct val="90000"/>
              </a:lnSpc>
              <a:spcBef>
                <a:spcPts val="500"/>
              </a:spcBef>
              <a:spcAft>
                <a:spcPts val="0"/>
              </a:spcAft>
              <a:buClr>
                <a:schemeClr val="lt1"/>
              </a:buClr>
              <a:buSzPts val="2000"/>
              <a:buChar char="•"/>
            </a:pPr>
            <a:r>
              <a:rPr lang="en-US"/>
              <a:t>npm install mongoose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3. Steps to Connect NodeJS with MongoDB</a:t>
            </a:r>
            <a:endParaRPr/>
          </a:p>
        </p:txBody>
      </p:sp>
      <p:sp>
        <p:nvSpPr>
          <p:cNvPr id="280" name="Google Shape;280;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lang="en-US"/>
              <a:t>Step 1: Start MongoDB Server</a:t>
            </a:r>
            <a:endParaRPr/>
          </a:p>
          <a:p>
            <a:pPr indent="-228600" lvl="1" marL="685800" rtl="0" algn="l">
              <a:lnSpc>
                <a:spcPct val="90000"/>
              </a:lnSpc>
              <a:spcBef>
                <a:spcPts val="500"/>
              </a:spcBef>
              <a:spcAft>
                <a:spcPts val="0"/>
              </a:spcAft>
              <a:buClr>
                <a:schemeClr val="lt1"/>
              </a:buClr>
              <a:buSzPts val="2400"/>
              <a:buChar char="•"/>
            </a:pPr>
            <a:r>
              <a:rPr lang="en-US"/>
              <a:t>Run MongoDB service on your system.</a:t>
            </a:r>
            <a:endParaRPr/>
          </a:p>
          <a:p>
            <a:pPr indent="-228600" lvl="1" marL="685800" rtl="0" algn="l">
              <a:lnSpc>
                <a:spcPct val="90000"/>
              </a:lnSpc>
              <a:spcBef>
                <a:spcPts val="500"/>
              </a:spcBef>
              <a:spcAft>
                <a:spcPts val="0"/>
              </a:spcAft>
              <a:buClr>
                <a:schemeClr val="lt1"/>
              </a:buClr>
              <a:buSzPts val="2400"/>
              <a:buChar char="•"/>
            </a:pPr>
            <a:r>
              <a:rPr lang="en-US"/>
              <a:t>Example connection URL:</a:t>
            </a:r>
            <a:endParaRPr/>
          </a:p>
          <a:p>
            <a:pPr indent="-228600" lvl="2" marL="1143000" rtl="0" algn="l">
              <a:lnSpc>
                <a:spcPct val="90000"/>
              </a:lnSpc>
              <a:spcBef>
                <a:spcPts val="500"/>
              </a:spcBef>
              <a:spcAft>
                <a:spcPts val="0"/>
              </a:spcAft>
              <a:buClr>
                <a:schemeClr val="lt1"/>
              </a:buClr>
              <a:buSzPts val="2000"/>
              <a:buChar char="•"/>
            </a:pPr>
            <a:r>
              <a:rPr lang="en-US"/>
              <a:t>mongodb://127.0.0.1:27017</a:t>
            </a:r>
            <a:endParaRPr/>
          </a:p>
          <a:p>
            <a:pPr indent="-228600" lvl="1" marL="685800" rtl="0" algn="l">
              <a:lnSpc>
                <a:spcPct val="90000"/>
              </a:lnSpc>
              <a:spcBef>
                <a:spcPts val="500"/>
              </a:spcBef>
              <a:spcAft>
                <a:spcPts val="0"/>
              </a:spcAft>
              <a:buClr>
                <a:schemeClr val="lt1"/>
              </a:buClr>
              <a:buSzPts val="2400"/>
              <a:buChar char="•"/>
            </a:pPr>
            <a:r>
              <a:rPr lang="en-US"/>
              <a:t>This means:</a:t>
            </a:r>
            <a:endParaRPr/>
          </a:p>
          <a:p>
            <a:pPr indent="-76200" lvl="1" marL="685800" rtl="0" algn="l">
              <a:lnSpc>
                <a:spcPct val="90000"/>
              </a:lnSpc>
              <a:spcBef>
                <a:spcPts val="500"/>
              </a:spcBef>
              <a:spcAft>
                <a:spcPts val="0"/>
              </a:spcAft>
              <a:buClr>
                <a:schemeClr val="lt1"/>
              </a:buClr>
              <a:buSzPts val="2400"/>
              <a:buNone/>
            </a:pPr>
            <a:r>
              <a:t/>
            </a:r>
            <a:endParaRPr/>
          </a:p>
        </p:txBody>
      </p:sp>
      <p:graphicFrame>
        <p:nvGraphicFramePr>
          <p:cNvPr id="281" name="Google Shape;281;p35"/>
          <p:cNvGraphicFramePr/>
          <p:nvPr/>
        </p:nvGraphicFramePr>
        <p:xfrm>
          <a:off x="1669869" y="3914209"/>
          <a:ext cx="3000000" cy="3000000"/>
        </p:xfrm>
        <a:graphic>
          <a:graphicData uri="http://schemas.openxmlformats.org/drawingml/2006/table">
            <a:tbl>
              <a:tblPr>
                <a:noFill/>
                <a:tableStyleId>{BA9145A9-24C7-4589-A7C5-3B1FB2BEE7CA}</a:tableStyleId>
              </a:tblPr>
              <a:tblGrid>
                <a:gridCol w="1367150"/>
                <a:gridCol w="5257800"/>
              </a:tblGrid>
              <a:tr h="228600">
                <a:tc>
                  <a:txBody>
                    <a:bodyPr/>
                    <a:lstStyle/>
                    <a:p>
                      <a:pPr indent="0" lvl="0" marL="0" marR="0" rtl="0" algn="ctr">
                        <a:spcBef>
                          <a:spcPts val="0"/>
                        </a:spcBef>
                        <a:spcAft>
                          <a:spcPts val="0"/>
                        </a:spcAft>
                        <a:buNone/>
                      </a:pPr>
                      <a:r>
                        <a:rPr b="1" lang="en-US" sz="1800"/>
                        <a:t>Part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800"/>
                        <a:t>Meaning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mongodb://</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MongoDB protocol</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127.0.0.1</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Localhost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27017</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Default MongoDB port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idx="1" type="body"/>
          </p:nvPr>
        </p:nvSpPr>
        <p:spPr>
          <a:xfrm>
            <a:off x="838200" y="348342"/>
            <a:ext cx="10515600" cy="6087291"/>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Clr>
                <a:schemeClr val="lt1"/>
              </a:buClr>
              <a:buSzPct val="100000"/>
              <a:buNone/>
            </a:pPr>
            <a:r>
              <a:rPr b="1" lang="en-US"/>
              <a:t>Step 2: Create a NodeJS Project</a:t>
            </a:r>
            <a:endParaRPr/>
          </a:p>
          <a:p>
            <a:pPr indent="-228600" lvl="1" marL="685800" rtl="0" algn="l">
              <a:lnSpc>
                <a:spcPct val="90000"/>
              </a:lnSpc>
              <a:spcBef>
                <a:spcPts val="500"/>
              </a:spcBef>
              <a:spcAft>
                <a:spcPts val="0"/>
              </a:spcAft>
              <a:buClr>
                <a:schemeClr val="lt1"/>
              </a:buClr>
              <a:buSzPct val="100000"/>
              <a:buChar char="•"/>
            </a:pPr>
            <a:r>
              <a:rPr lang="en-US"/>
              <a:t>Create a new project folder.</a:t>
            </a:r>
            <a:endParaRPr/>
          </a:p>
          <a:p>
            <a:pPr indent="-228600" lvl="2" marL="1143000" rtl="0" algn="l">
              <a:lnSpc>
                <a:spcPct val="90000"/>
              </a:lnSpc>
              <a:spcBef>
                <a:spcPts val="500"/>
              </a:spcBef>
              <a:spcAft>
                <a:spcPts val="0"/>
              </a:spcAft>
              <a:buClr>
                <a:schemeClr val="lt1"/>
              </a:buClr>
              <a:buSzPct val="100000"/>
              <a:buChar char="•"/>
            </a:pPr>
            <a:r>
              <a:rPr lang="en-US"/>
              <a:t>mkdir node-mongodb</a:t>
            </a:r>
            <a:endParaRPr/>
          </a:p>
          <a:p>
            <a:pPr indent="-228600" lvl="2" marL="1143000" rtl="0" algn="l">
              <a:lnSpc>
                <a:spcPct val="90000"/>
              </a:lnSpc>
              <a:spcBef>
                <a:spcPts val="500"/>
              </a:spcBef>
              <a:spcAft>
                <a:spcPts val="0"/>
              </a:spcAft>
              <a:buClr>
                <a:schemeClr val="lt1"/>
              </a:buClr>
              <a:buSzPct val="100000"/>
              <a:buChar char="•"/>
            </a:pPr>
            <a:r>
              <a:rPr lang="en-US"/>
              <a:t>cd node-mongodb</a:t>
            </a:r>
            <a:endParaRPr/>
          </a:p>
          <a:p>
            <a:pPr indent="-228600" lvl="2" marL="1143000" rtl="0" algn="l">
              <a:lnSpc>
                <a:spcPct val="90000"/>
              </a:lnSpc>
              <a:spcBef>
                <a:spcPts val="500"/>
              </a:spcBef>
              <a:spcAft>
                <a:spcPts val="0"/>
              </a:spcAft>
              <a:buClr>
                <a:schemeClr val="lt1"/>
              </a:buClr>
              <a:buSzPct val="100000"/>
              <a:buChar char="•"/>
            </a:pPr>
            <a:r>
              <a:rPr lang="en-US"/>
              <a:t>npm init –y</a:t>
            </a:r>
            <a:endParaRPr/>
          </a:p>
          <a:p>
            <a:pPr indent="-228600" lvl="1" marL="685800" rtl="0" algn="l">
              <a:lnSpc>
                <a:spcPct val="90000"/>
              </a:lnSpc>
              <a:spcBef>
                <a:spcPts val="500"/>
              </a:spcBef>
              <a:spcAft>
                <a:spcPts val="0"/>
              </a:spcAft>
              <a:buClr>
                <a:schemeClr val="lt1"/>
              </a:buClr>
              <a:buSzPct val="100000"/>
              <a:buChar char="•"/>
            </a:pPr>
            <a:r>
              <a:rPr lang="en-US"/>
              <a:t>Install MongoDB package:</a:t>
            </a:r>
            <a:endParaRPr/>
          </a:p>
          <a:p>
            <a:pPr indent="-228600" lvl="2" marL="1143000" rtl="0" algn="l">
              <a:lnSpc>
                <a:spcPct val="90000"/>
              </a:lnSpc>
              <a:spcBef>
                <a:spcPts val="500"/>
              </a:spcBef>
              <a:spcAft>
                <a:spcPts val="0"/>
              </a:spcAft>
              <a:buClr>
                <a:schemeClr val="lt1"/>
              </a:buClr>
              <a:buSzPct val="100000"/>
              <a:buChar char="•"/>
            </a:pPr>
            <a:r>
              <a:rPr lang="en-US"/>
              <a:t>npm install mongodb</a:t>
            </a:r>
            <a:endParaRPr/>
          </a:p>
          <a:p>
            <a:pPr indent="0" lvl="2" marL="914400" rtl="0" algn="l">
              <a:lnSpc>
                <a:spcPct val="90000"/>
              </a:lnSpc>
              <a:spcBef>
                <a:spcPts val="500"/>
              </a:spcBef>
              <a:spcAft>
                <a:spcPts val="0"/>
              </a:spcAft>
              <a:buClr>
                <a:schemeClr val="lt1"/>
              </a:buClr>
              <a:buSzPct val="100000"/>
              <a:buNone/>
            </a:pPr>
            <a:r>
              <a:t/>
            </a:r>
            <a:endParaRPr/>
          </a:p>
          <a:p>
            <a:pPr indent="0" lvl="0" marL="0" rtl="0" algn="l">
              <a:lnSpc>
                <a:spcPct val="90000"/>
              </a:lnSpc>
              <a:spcBef>
                <a:spcPts val="1000"/>
              </a:spcBef>
              <a:spcAft>
                <a:spcPts val="0"/>
              </a:spcAft>
              <a:buClr>
                <a:schemeClr val="lt1"/>
              </a:buClr>
              <a:buSzPct val="100000"/>
              <a:buNone/>
            </a:pPr>
            <a:r>
              <a:rPr b="1" lang="en-US"/>
              <a:t>Step 3: Write Code to Connect MongoDB</a:t>
            </a:r>
            <a:endParaRPr/>
          </a:p>
          <a:p>
            <a:pPr indent="-228600" lvl="1" marL="685800" rtl="0" algn="l">
              <a:lnSpc>
                <a:spcPct val="90000"/>
              </a:lnSpc>
              <a:spcBef>
                <a:spcPts val="500"/>
              </a:spcBef>
              <a:spcAft>
                <a:spcPts val="0"/>
              </a:spcAft>
              <a:buClr>
                <a:schemeClr val="lt1"/>
              </a:buClr>
              <a:buSzPct val="100000"/>
              <a:buChar char="•"/>
            </a:pPr>
            <a:r>
              <a:rPr b="1" lang="en-US"/>
              <a:t>Example NodeJS program:</a:t>
            </a:r>
            <a:endParaRPr/>
          </a:p>
          <a:p>
            <a:pPr indent="0" lvl="2" marL="914400" rtl="0" algn="l">
              <a:lnSpc>
                <a:spcPct val="90000"/>
              </a:lnSpc>
              <a:spcBef>
                <a:spcPts val="500"/>
              </a:spcBef>
              <a:spcAft>
                <a:spcPts val="0"/>
              </a:spcAft>
              <a:buClr>
                <a:schemeClr val="lt1"/>
              </a:buClr>
              <a:buSzPct val="100000"/>
              <a:buNone/>
            </a:pPr>
            <a:r>
              <a:rPr b="1" lang="en-US"/>
              <a:t>const { MongoClient } = require('mongodb');</a:t>
            </a:r>
            <a:endParaRPr b="1"/>
          </a:p>
          <a:p>
            <a:pPr indent="0" lvl="2" marL="914400" rtl="0" algn="l">
              <a:lnSpc>
                <a:spcPct val="90000"/>
              </a:lnSpc>
              <a:spcBef>
                <a:spcPts val="500"/>
              </a:spcBef>
              <a:spcAft>
                <a:spcPts val="0"/>
              </a:spcAft>
              <a:buClr>
                <a:schemeClr val="lt1"/>
              </a:buClr>
              <a:buSzPct val="100000"/>
              <a:buNone/>
            </a:pPr>
            <a:r>
              <a:rPr b="1" lang="en-US"/>
              <a:t>const url = "mongodb://127.0.0.1:27017";</a:t>
            </a:r>
            <a:endParaRPr/>
          </a:p>
          <a:p>
            <a:pPr indent="0" lvl="2" marL="914400" rtl="0" algn="l">
              <a:lnSpc>
                <a:spcPct val="90000"/>
              </a:lnSpc>
              <a:spcBef>
                <a:spcPts val="500"/>
              </a:spcBef>
              <a:spcAft>
                <a:spcPts val="0"/>
              </a:spcAft>
              <a:buClr>
                <a:schemeClr val="lt1"/>
              </a:buClr>
              <a:buSzPct val="100000"/>
              <a:buNone/>
            </a:pPr>
            <a:r>
              <a:rPr b="1" lang="en-US"/>
              <a:t>const client = new MongoClient(url);</a:t>
            </a:r>
            <a:endParaRPr b="1"/>
          </a:p>
          <a:p>
            <a:pPr indent="0" lvl="2" marL="914400" rtl="0" algn="l">
              <a:lnSpc>
                <a:spcPct val="90000"/>
              </a:lnSpc>
              <a:spcBef>
                <a:spcPts val="500"/>
              </a:spcBef>
              <a:spcAft>
                <a:spcPts val="0"/>
              </a:spcAft>
              <a:buClr>
                <a:schemeClr val="lt1"/>
              </a:buClr>
              <a:buSzPct val="100000"/>
              <a:buNone/>
            </a:pPr>
            <a:r>
              <a:rPr b="1" lang="en-US"/>
              <a:t>async function connectDB() {</a:t>
            </a:r>
            <a:endParaRPr/>
          </a:p>
          <a:p>
            <a:pPr indent="0" lvl="2" marL="914400" rtl="0" algn="l">
              <a:lnSpc>
                <a:spcPct val="90000"/>
              </a:lnSpc>
              <a:spcBef>
                <a:spcPts val="500"/>
              </a:spcBef>
              <a:spcAft>
                <a:spcPts val="0"/>
              </a:spcAft>
              <a:buClr>
                <a:schemeClr val="lt1"/>
              </a:buClr>
              <a:buSzPct val="100000"/>
              <a:buNone/>
            </a:pPr>
            <a:r>
              <a:rPr b="1" lang="en-US"/>
              <a:t>    try {</a:t>
            </a:r>
            <a:endParaRPr/>
          </a:p>
          <a:p>
            <a:pPr indent="0" lvl="2" marL="914400" rtl="0" algn="l">
              <a:lnSpc>
                <a:spcPct val="90000"/>
              </a:lnSpc>
              <a:spcBef>
                <a:spcPts val="500"/>
              </a:spcBef>
              <a:spcAft>
                <a:spcPts val="0"/>
              </a:spcAft>
              <a:buClr>
                <a:schemeClr val="lt1"/>
              </a:buClr>
              <a:buSzPct val="100000"/>
              <a:buNone/>
            </a:pPr>
            <a:r>
              <a:rPr b="1" lang="en-US"/>
              <a:t>        await client.connect();</a:t>
            </a:r>
            <a:endParaRPr/>
          </a:p>
          <a:p>
            <a:pPr indent="0" lvl="2" marL="914400" rtl="0" algn="l">
              <a:lnSpc>
                <a:spcPct val="90000"/>
              </a:lnSpc>
              <a:spcBef>
                <a:spcPts val="500"/>
              </a:spcBef>
              <a:spcAft>
                <a:spcPts val="0"/>
              </a:spcAft>
              <a:buClr>
                <a:schemeClr val="lt1"/>
              </a:buClr>
              <a:buSzPct val="100000"/>
              <a:buNone/>
            </a:pPr>
            <a:r>
              <a:rPr b="1" lang="en-US"/>
              <a:t>        console.log("Connected to MongoDB");</a:t>
            </a:r>
            <a:endParaRPr/>
          </a:p>
          <a:p>
            <a:pPr indent="0" lvl="2" marL="914400" rtl="0" algn="l">
              <a:lnSpc>
                <a:spcPct val="90000"/>
              </a:lnSpc>
              <a:spcBef>
                <a:spcPts val="500"/>
              </a:spcBef>
              <a:spcAft>
                <a:spcPts val="0"/>
              </a:spcAft>
              <a:buClr>
                <a:schemeClr val="lt1"/>
              </a:buClr>
              <a:buSzPct val="100000"/>
              <a:buNone/>
            </a:pPr>
            <a:r>
              <a:t/>
            </a:r>
            <a:endParaRPr b="1"/>
          </a:p>
          <a:p>
            <a:pPr indent="0" lvl="2" marL="914400" rtl="0" algn="l">
              <a:lnSpc>
                <a:spcPct val="90000"/>
              </a:lnSpc>
              <a:spcBef>
                <a:spcPts val="500"/>
              </a:spcBef>
              <a:spcAft>
                <a:spcPts val="0"/>
              </a:spcAft>
              <a:buClr>
                <a:schemeClr val="lt1"/>
              </a:buClr>
              <a:buSzPct val="100000"/>
              <a:buNone/>
            </a:pPr>
            <a:r>
              <a:rPr b="1" lang="en-US"/>
              <a:t>        const db = client.db("mydatabase");</a:t>
            </a:r>
            <a:endParaRPr/>
          </a:p>
          <a:p>
            <a:pPr indent="0" lvl="2" marL="914400" rtl="0" algn="l">
              <a:lnSpc>
                <a:spcPct val="90000"/>
              </a:lnSpc>
              <a:spcBef>
                <a:spcPts val="500"/>
              </a:spcBef>
              <a:spcAft>
                <a:spcPts val="0"/>
              </a:spcAft>
              <a:buClr>
                <a:schemeClr val="lt1"/>
              </a:buClr>
              <a:buSzPct val="100000"/>
              <a:buNone/>
            </a:pPr>
            <a:r>
              <a:rPr b="1" lang="en-US"/>
              <a:t>        console.log("Database selected");</a:t>
            </a:r>
            <a:endParaRPr/>
          </a:p>
          <a:p>
            <a:pPr indent="0" lvl="2" marL="914400" rtl="0" algn="l">
              <a:lnSpc>
                <a:spcPct val="90000"/>
              </a:lnSpc>
              <a:spcBef>
                <a:spcPts val="500"/>
              </a:spcBef>
              <a:spcAft>
                <a:spcPts val="0"/>
              </a:spcAft>
              <a:buClr>
                <a:schemeClr val="lt1"/>
              </a:buClr>
              <a:buSzPct val="100000"/>
              <a:buNone/>
            </a:pPr>
            <a:r>
              <a:t/>
            </a:r>
            <a:endParaRPr b="1"/>
          </a:p>
          <a:p>
            <a:pPr indent="0" lvl="2" marL="914400" rtl="0" algn="l">
              <a:lnSpc>
                <a:spcPct val="90000"/>
              </a:lnSpc>
              <a:spcBef>
                <a:spcPts val="500"/>
              </a:spcBef>
              <a:spcAft>
                <a:spcPts val="0"/>
              </a:spcAft>
              <a:buClr>
                <a:schemeClr val="lt1"/>
              </a:buClr>
              <a:buSzPct val="100000"/>
              <a:buNone/>
            </a:pPr>
            <a:r>
              <a:rPr b="1" lang="en-US"/>
              <a:t>    } catch (error) {</a:t>
            </a:r>
            <a:endParaRPr/>
          </a:p>
          <a:p>
            <a:pPr indent="0" lvl="2" marL="914400" rtl="0" algn="l">
              <a:lnSpc>
                <a:spcPct val="90000"/>
              </a:lnSpc>
              <a:spcBef>
                <a:spcPts val="500"/>
              </a:spcBef>
              <a:spcAft>
                <a:spcPts val="0"/>
              </a:spcAft>
              <a:buClr>
                <a:schemeClr val="lt1"/>
              </a:buClr>
              <a:buSzPct val="100000"/>
              <a:buNone/>
            </a:pPr>
            <a:r>
              <a:rPr b="1" lang="en-US"/>
              <a:t>        console.error("Connection failed:", error);</a:t>
            </a:r>
            <a:endParaRPr/>
          </a:p>
          <a:p>
            <a:pPr indent="0" lvl="2" marL="914400" rtl="0" algn="l">
              <a:lnSpc>
                <a:spcPct val="90000"/>
              </a:lnSpc>
              <a:spcBef>
                <a:spcPts val="500"/>
              </a:spcBef>
              <a:spcAft>
                <a:spcPts val="0"/>
              </a:spcAft>
              <a:buClr>
                <a:schemeClr val="lt1"/>
              </a:buClr>
              <a:buSzPct val="100000"/>
              <a:buNone/>
            </a:pPr>
            <a:r>
              <a:rPr b="1" lang="en-US"/>
              <a:t>    }</a:t>
            </a:r>
            <a:endParaRPr/>
          </a:p>
          <a:p>
            <a:pPr indent="0" lvl="2" marL="914400" rtl="0" algn="l">
              <a:lnSpc>
                <a:spcPct val="90000"/>
              </a:lnSpc>
              <a:spcBef>
                <a:spcPts val="500"/>
              </a:spcBef>
              <a:spcAft>
                <a:spcPts val="0"/>
              </a:spcAft>
              <a:buClr>
                <a:schemeClr val="lt1"/>
              </a:buClr>
              <a:buSzPct val="100000"/>
              <a:buNone/>
            </a:pPr>
            <a:r>
              <a:rPr b="1" lang="en-US"/>
              <a:t>}</a:t>
            </a:r>
            <a:endParaRPr b="1"/>
          </a:p>
          <a:p>
            <a:pPr indent="0" lvl="2" marL="914400" rtl="0" algn="l">
              <a:lnSpc>
                <a:spcPct val="90000"/>
              </a:lnSpc>
              <a:spcBef>
                <a:spcPts val="500"/>
              </a:spcBef>
              <a:spcAft>
                <a:spcPts val="0"/>
              </a:spcAft>
              <a:buClr>
                <a:schemeClr val="lt1"/>
              </a:buClr>
              <a:buSzPct val="100000"/>
              <a:buNone/>
            </a:pPr>
            <a:r>
              <a:rPr b="1" lang="en-US"/>
              <a:t>connectDB();</a:t>
            </a:r>
            <a:endParaRPr b="1"/>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4. Explanation of Code</a:t>
            </a:r>
            <a:endParaRPr/>
          </a:p>
        </p:txBody>
      </p:sp>
      <p:graphicFrame>
        <p:nvGraphicFramePr>
          <p:cNvPr id="292" name="Google Shape;292;p37"/>
          <p:cNvGraphicFramePr/>
          <p:nvPr/>
        </p:nvGraphicFramePr>
        <p:xfrm>
          <a:off x="899160" y="1623854"/>
          <a:ext cx="3000000" cy="3000000"/>
        </p:xfrm>
        <a:graphic>
          <a:graphicData uri="http://schemas.openxmlformats.org/drawingml/2006/table">
            <a:tbl>
              <a:tblPr>
                <a:noFill/>
                <a:tableStyleId>{BA9145A9-24C7-4589-A7C5-3B1FB2BEE7CA}</a:tableStyleId>
              </a:tblPr>
              <a:tblGrid>
                <a:gridCol w="5257800"/>
                <a:gridCol w="5257800"/>
              </a:tblGrid>
              <a:tr h="228600">
                <a:tc>
                  <a:txBody>
                    <a:bodyPr/>
                    <a:lstStyle/>
                    <a:p>
                      <a:pPr indent="0" lvl="0" marL="0" marR="0" rtl="0" algn="ctr">
                        <a:spcBef>
                          <a:spcPts val="0"/>
                        </a:spcBef>
                        <a:spcAft>
                          <a:spcPts val="0"/>
                        </a:spcAft>
                        <a:buNone/>
                      </a:pPr>
                      <a:r>
                        <a:rPr b="1" lang="en-US" sz="1800"/>
                        <a:t>Code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800"/>
                        <a:t>Description</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0" lang="en-US" sz="1800"/>
                        <a:t>require('mongodb')</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t>Imports MongoDB driver</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0" lang="en-US" sz="1800"/>
                        <a:t>MongoClient</a:t>
                      </a:r>
                      <a:endParaRPr b="0" sz="1800"/>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t>Class used to create MongoDB connection</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0" lang="en-US" sz="1800"/>
                        <a:t>url</a:t>
                      </a:r>
                      <a:endParaRPr b="0" sz="1800"/>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t>Database connection string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0" lang="en-US" sz="1800"/>
                        <a:t>client.connect()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t>Establishes connection with MongoDB</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0" lang="en-US" sz="1800"/>
                        <a:t>client.db()</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0" lang="en-US" sz="1800"/>
                        <a:t>Selects a database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293" name="Google Shape;293;p37"/>
          <p:cNvSpPr/>
          <p:nvPr/>
        </p:nvSpPr>
        <p:spPr>
          <a:xfrm>
            <a:off x="899160" y="4264075"/>
            <a:ext cx="105156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Calibri"/>
                <a:ea typeface="Calibri"/>
                <a:cs typeface="Calibri"/>
                <a:sym typeface="Calibri"/>
              </a:rPr>
              <a:t>When the program runs successfully, it prints:</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Connected to MongoDB</a:t>
            </a:r>
            <a:endParaRPr/>
          </a:p>
          <a:p>
            <a:pPr indent="-285750" lvl="0" marL="285750" marR="0" rtl="0" algn="l">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Database selected</a:t>
            </a:r>
            <a:endParaRPr sz="1800">
              <a:solidFill>
                <a:schemeClr val="lt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5. Connection Using Mongoose (Alternative Method)</a:t>
            </a:r>
            <a:endParaRPr/>
          </a:p>
        </p:txBody>
      </p:sp>
      <p:sp>
        <p:nvSpPr>
          <p:cNvPr id="299" name="Google Shape;299;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lt1"/>
              </a:buClr>
              <a:buSzPct val="100000"/>
              <a:buChar char="•"/>
            </a:pPr>
            <a:r>
              <a:rPr lang="en-US"/>
              <a:t>Mongoose is a popular ODM(</a:t>
            </a:r>
            <a:r>
              <a:rPr b="1" lang="en-US"/>
              <a:t>Object-Document Mapper</a:t>
            </a:r>
            <a:r>
              <a:rPr lang="en-US"/>
              <a:t>) library used to connect NodeJS with MongoDB easily.</a:t>
            </a:r>
            <a:endParaRPr/>
          </a:p>
          <a:p>
            <a:pPr indent="-228600" lvl="0" marL="228600" rtl="0" algn="l">
              <a:lnSpc>
                <a:spcPct val="90000"/>
              </a:lnSpc>
              <a:spcBef>
                <a:spcPts val="1000"/>
              </a:spcBef>
              <a:spcAft>
                <a:spcPts val="0"/>
              </a:spcAft>
              <a:buClr>
                <a:schemeClr val="lt1"/>
              </a:buClr>
              <a:buSzPct val="100000"/>
              <a:buChar char="•"/>
            </a:pPr>
            <a:r>
              <a:rPr lang="en-US"/>
              <a:t>Example:</a:t>
            </a:r>
            <a:endParaRPr/>
          </a:p>
          <a:p>
            <a:pPr indent="0" lvl="1" marL="457200" rtl="0" algn="l">
              <a:lnSpc>
                <a:spcPct val="90000"/>
              </a:lnSpc>
              <a:spcBef>
                <a:spcPts val="500"/>
              </a:spcBef>
              <a:spcAft>
                <a:spcPts val="0"/>
              </a:spcAft>
              <a:buClr>
                <a:schemeClr val="lt1"/>
              </a:buClr>
              <a:buSzPct val="100000"/>
              <a:buNone/>
            </a:pPr>
            <a:r>
              <a:rPr lang="en-US"/>
              <a:t>const mongoose = require("mongoose");</a:t>
            </a:r>
            <a:endParaRPr/>
          </a:p>
          <a:p>
            <a:pPr indent="0" lvl="1" marL="457200" rtl="0" algn="l">
              <a:lnSpc>
                <a:spcPct val="90000"/>
              </a:lnSpc>
              <a:spcBef>
                <a:spcPts val="500"/>
              </a:spcBef>
              <a:spcAft>
                <a:spcPts val="0"/>
              </a:spcAft>
              <a:buClr>
                <a:schemeClr val="lt1"/>
              </a:buClr>
              <a:buSzPct val="100000"/>
              <a:buNone/>
            </a:pPr>
            <a:r>
              <a:rPr lang="en-US"/>
              <a:t>mongoose.connect("mongodb://127.0.0.1:27017/mydatabase")</a:t>
            </a:r>
            <a:endParaRPr/>
          </a:p>
          <a:p>
            <a:pPr indent="0" lvl="1" marL="457200" rtl="0" algn="l">
              <a:lnSpc>
                <a:spcPct val="90000"/>
              </a:lnSpc>
              <a:spcBef>
                <a:spcPts val="500"/>
              </a:spcBef>
              <a:spcAft>
                <a:spcPts val="0"/>
              </a:spcAft>
              <a:buClr>
                <a:schemeClr val="lt1"/>
              </a:buClr>
              <a:buSzPct val="100000"/>
              <a:buNone/>
            </a:pPr>
            <a:r>
              <a:rPr lang="en-US"/>
              <a:t>.then(() =&gt; {    </a:t>
            </a:r>
            <a:endParaRPr/>
          </a:p>
          <a:p>
            <a:pPr indent="0" lvl="1" marL="457200" rtl="0" algn="l">
              <a:lnSpc>
                <a:spcPct val="90000"/>
              </a:lnSpc>
              <a:spcBef>
                <a:spcPts val="500"/>
              </a:spcBef>
              <a:spcAft>
                <a:spcPts val="0"/>
              </a:spcAft>
              <a:buClr>
                <a:schemeClr val="lt1"/>
              </a:buClr>
              <a:buSzPct val="100000"/>
              <a:buNone/>
            </a:pPr>
            <a:r>
              <a:rPr lang="en-US"/>
              <a:t>console.log("Database Connected");</a:t>
            </a:r>
            <a:endParaRPr/>
          </a:p>
          <a:p>
            <a:pPr indent="0" lvl="1" marL="457200" rtl="0" algn="l">
              <a:lnSpc>
                <a:spcPct val="90000"/>
              </a:lnSpc>
              <a:spcBef>
                <a:spcPts val="500"/>
              </a:spcBef>
              <a:spcAft>
                <a:spcPts val="0"/>
              </a:spcAft>
              <a:buClr>
                <a:schemeClr val="lt1"/>
              </a:buClr>
              <a:buSzPct val="100000"/>
              <a:buNone/>
            </a:pPr>
            <a:r>
              <a:rPr lang="en-US"/>
              <a:t>}).catch((err) =&gt; {    </a:t>
            </a:r>
            <a:endParaRPr/>
          </a:p>
          <a:p>
            <a:pPr indent="0" lvl="1" marL="457200" rtl="0" algn="l">
              <a:lnSpc>
                <a:spcPct val="90000"/>
              </a:lnSpc>
              <a:spcBef>
                <a:spcPts val="500"/>
              </a:spcBef>
              <a:spcAft>
                <a:spcPts val="0"/>
              </a:spcAft>
              <a:buClr>
                <a:schemeClr val="lt1"/>
              </a:buClr>
              <a:buSzPct val="100000"/>
              <a:buNone/>
            </a:pPr>
            <a:r>
              <a:rPr lang="en-US"/>
              <a:t>console.log("Connection Error", err);</a:t>
            </a:r>
            <a:endParaRPr/>
          </a:p>
          <a:p>
            <a:pPr indent="0" lvl="1" marL="457200" rtl="0" algn="l">
              <a:lnSpc>
                <a:spcPct val="90000"/>
              </a:lnSpc>
              <a:spcBef>
                <a:spcPts val="500"/>
              </a:spcBef>
              <a:spcAft>
                <a:spcPts val="0"/>
              </a:spcAft>
              <a:buClr>
                <a:schemeClr val="lt1"/>
              </a:buClr>
              <a:buSzPct val="100000"/>
              <a:buNone/>
            </a:pPr>
            <a:r>
              <a:rPr lang="en-US"/>
              <a:t>});</a:t>
            </a:r>
            <a:endParaRPr/>
          </a:p>
          <a:p>
            <a:pPr indent="0" lvl="1" marL="457200" rtl="0" algn="l">
              <a:lnSpc>
                <a:spcPct val="90000"/>
              </a:lnSpc>
              <a:spcBef>
                <a:spcPts val="500"/>
              </a:spcBef>
              <a:spcAft>
                <a:spcPts val="0"/>
              </a:spcAft>
              <a:buClr>
                <a:schemeClr val="lt1"/>
              </a:buClr>
              <a:buSzPct val="100000"/>
              <a:buNone/>
            </a:pPr>
            <a:r>
              <a:t/>
            </a:r>
            <a:endParaRPr/>
          </a:p>
          <a:p>
            <a:pPr indent="-228600" lvl="0" marL="228600" rtl="0" algn="l">
              <a:lnSpc>
                <a:spcPct val="90000"/>
              </a:lnSpc>
              <a:spcBef>
                <a:spcPts val="1000"/>
              </a:spcBef>
              <a:spcAft>
                <a:spcPts val="0"/>
              </a:spcAft>
              <a:buClr>
                <a:schemeClr val="lt1"/>
              </a:buClr>
              <a:buSzPct val="100000"/>
              <a:buChar char="•"/>
            </a:pPr>
            <a:r>
              <a:rPr lang="en-US"/>
              <a:t>This method is commonly used in Express.js applications.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b="1" lang="en-US"/>
              <a:t>6. Output Screenshot Example</a:t>
            </a:r>
            <a:endParaRPr/>
          </a:p>
        </p:txBody>
      </p:sp>
      <p:sp>
        <p:nvSpPr>
          <p:cNvPr id="305" name="Google Shape;305;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NodeJS MongoDB Connection Code (Example)</a:t>
            </a:r>
            <a:endParaRPr/>
          </a:p>
          <a:p>
            <a:pPr indent="-50800" lvl="0" marL="228600" rtl="0" algn="l">
              <a:lnSpc>
                <a:spcPct val="90000"/>
              </a:lnSpc>
              <a:spcBef>
                <a:spcPts val="1000"/>
              </a:spcBef>
              <a:spcAft>
                <a:spcPts val="0"/>
              </a:spcAft>
              <a:buClr>
                <a:schemeClr val="lt1"/>
              </a:buClr>
              <a:buSzPts val="2800"/>
              <a:buNone/>
            </a:pPr>
            <a:r>
              <a:t/>
            </a:r>
            <a:endParaRPr/>
          </a:p>
        </p:txBody>
      </p:sp>
      <p:pic>
        <p:nvPicPr>
          <p:cNvPr descr="https://www.mongodb.com/community/forums/uploads/default/original/3X/e/3/e373ace63cb4a07d9aa4d2ce6a3c0647e670bbae.png" id="306" name="Google Shape;306;p39"/>
          <p:cNvPicPr preferRelativeResize="0"/>
          <p:nvPr/>
        </p:nvPicPr>
        <p:blipFill rotWithShape="1">
          <a:blip r:embed="rId3">
            <a:alphaModFix/>
          </a:blip>
          <a:srcRect b="0" l="0" r="0" t="0"/>
          <a:stretch/>
        </p:blipFill>
        <p:spPr>
          <a:xfrm>
            <a:off x="1214921" y="2628446"/>
            <a:ext cx="4450457" cy="3076621"/>
          </a:xfrm>
          <a:prstGeom prst="rect">
            <a:avLst/>
          </a:prstGeom>
          <a:noFill/>
          <a:ln>
            <a:noFill/>
          </a:ln>
        </p:spPr>
      </p:pic>
      <p:sp>
        <p:nvSpPr>
          <p:cNvPr id="307" name="Google Shape;307;p39"/>
          <p:cNvSpPr/>
          <p:nvPr/>
        </p:nvSpPr>
        <p:spPr>
          <a:xfrm>
            <a:off x="5796419" y="3697179"/>
            <a:ext cx="369941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MongoDB connection code in NodeJS</a:t>
            </a:r>
            <a:endParaRPr sz="1800">
              <a:solidFill>
                <a:schemeClr val="lt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7. Advantages of NodeJS MongoDB Connection</a:t>
            </a:r>
            <a:endParaRPr/>
          </a:p>
        </p:txBody>
      </p:sp>
      <p:sp>
        <p:nvSpPr>
          <p:cNvPr id="313" name="Google Shape;313;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Fast and scalable backend development</a:t>
            </a:r>
            <a:endParaRPr/>
          </a:p>
          <a:p>
            <a:pPr indent="-228600" lvl="0" marL="228600" rtl="0" algn="l">
              <a:lnSpc>
                <a:spcPct val="90000"/>
              </a:lnSpc>
              <a:spcBef>
                <a:spcPts val="1000"/>
              </a:spcBef>
              <a:spcAft>
                <a:spcPts val="0"/>
              </a:spcAft>
              <a:buClr>
                <a:schemeClr val="lt1"/>
              </a:buClr>
              <a:buSzPts val="2800"/>
              <a:buChar char="•"/>
            </a:pPr>
            <a:r>
              <a:rPr lang="en-US"/>
              <a:t>JSON-based data structure compatibility</a:t>
            </a:r>
            <a:endParaRPr/>
          </a:p>
          <a:p>
            <a:pPr indent="-228600" lvl="0" marL="228600" rtl="0" algn="l">
              <a:lnSpc>
                <a:spcPct val="90000"/>
              </a:lnSpc>
              <a:spcBef>
                <a:spcPts val="1000"/>
              </a:spcBef>
              <a:spcAft>
                <a:spcPts val="0"/>
              </a:spcAft>
              <a:buClr>
                <a:schemeClr val="lt1"/>
              </a:buClr>
              <a:buSzPts val="2800"/>
              <a:buChar char="•"/>
            </a:pPr>
            <a:r>
              <a:rPr lang="en-US"/>
              <a:t>Asynchronous and non-blocking operations</a:t>
            </a:r>
            <a:endParaRPr/>
          </a:p>
          <a:p>
            <a:pPr indent="-228600" lvl="0" marL="228600" rtl="0" algn="l">
              <a:lnSpc>
                <a:spcPct val="90000"/>
              </a:lnSpc>
              <a:spcBef>
                <a:spcPts val="1000"/>
              </a:spcBef>
              <a:spcAft>
                <a:spcPts val="0"/>
              </a:spcAft>
              <a:buClr>
                <a:schemeClr val="lt1"/>
              </a:buClr>
              <a:buSzPts val="2800"/>
              <a:buChar char="•"/>
            </a:pPr>
            <a:r>
              <a:rPr lang="en-US"/>
              <a:t>Easy integration with REST APIs</a:t>
            </a:r>
            <a:endParaRPr/>
          </a:p>
          <a:p>
            <a:pPr indent="-228600" lvl="0" marL="228600" rtl="0" algn="l">
              <a:lnSpc>
                <a:spcPct val="90000"/>
              </a:lnSpc>
              <a:spcBef>
                <a:spcPts val="1000"/>
              </a:spcBef>
              <a:spcAft>
                <a:spcPts val="0"/>
              </a:spcAft>
              <a:buClr>
                <a:schemeClr val="lt1"/>
              </a:buClr>
              <a:buSzPts val="2800"/>
              <a:buChar char="•"/>
            </a:pPr>
            <a:r>
              <a:rPr lang="en-US"/>
              <a:t>Suitable for modern web applications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type="ctrTitle"/>
          </p:nvPr>
        </p:nvSpPr>
        <p:spPr>
          <a:xfrm>
            <a:off x="1524000" y="2235200"/>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Adding and retrieving data to MongoDB from NodeJS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1. Introduction</a:t>
            </a:r>
            <a:endParaRPr/>
          </a:p>
        </p:txBody>
      </p:sp>
      <p:sp>
        <p:nvSpPr>
          <p:cNvPr id="324" name="Google Shape;324;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b="1" lang="en-US"/>
              <a:t>Node.js</a:t>
            </a:r>
            <a:r>
              <a:rPr lang="en-US"/>
              <a:t> is a server-side JavaScript runtime used to build backend applications.</a:t>
            </a:r>
            <a:endParaRPr/>
          </a:p>
          <a:p>
            <a:pPr indent="-228600" lvl="0" marL="228600" rtl="0" algn="l">
              <a:lnSpc>
                <a:spcPct val="90000"/>
              </a:lnSpc>
              <a:spcBef>
                <a:spcPts val="1000"/>
              </a:spcBef>
              <a:spcAft>
                <a:spcPts val="0"/>
              </a:spcAft>
              <a:buClr>
                <a:schemeClr val="lt1"/>
              </a:buClr>
              <a:buSzPts val="2800"/>
              <a:buChar char="•"/>
            </a:pPr>
            <a:r>
              <a:rPr b="1" lang="en-US"/>
              <a:t>MongoDB</a:t>
            </a:r>
            <a:r>
              <a:rPr lang="en-US"/>
              <a:t> is a NoSQL database that stores data in </a:t>
            </a:r>
            <a:r>
              <a:rPr b="1" lang="en-US"/>
              <a:t>JSON-like documents</a:t>
            </a:r>
            <a:r>
              <a:rPr lang="en-US"/>
              <a:t>.</a:t>
            </a:r>
            <a:endParaRPr/>
          </a:p>
          <a:p>
            <a:pPr indent="-228600" lvl="0" marL="228600" rtl="0" algn="l">
              <a:lnSpc>
                <a:spcPct val="90000"/>
              </a:lnSpc>
              <a:spcBef>
                <a:spcPts val="1000"/>
              </a:spcBef>
              <a:spcAft>
                <a:spcPts val="0"/>
              </a:spcAft>
              <a:buClr>
                <a:schemeClr val="lt1"/>
              </a:buClr>
              <a:buSzPts val="2800"/>
              <a:buChar char="•"/>
            </a:pPr>
            <a:r>
              <a:rPr lang="en-US"/>
              <a:t>Connecting NodeJS with MongoDB allows developers to </a:t>
            </a:r>
            <a:r>
              <a:rPr b="1" lang="en-US"/>
              <a:t>store, read, update, and delete data</a:t>
            </a:r>
            <a:r>
              <a:rPr lang="en-US"/>
              <a:t> from the database. The connection is typically done using the </a:t>
            </a:r>
            <a:r>
              <a:rPr b="1" lang="en-US"/>
              <a:t>MongoDB Node.js Driver</a:t>
            </a:r>
            <a:r>
              <a:rPr lang="en-US"/>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2. Prerequisites</a:t>
            </a:r>
            <a:endParaRPr/>
          </a:p>
        </p:txBody>
      </p:sp>
      <p:sp>
        <p:nvSpPr>
          <p:cNvPr id="330" name="Google Shape;330;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Before adding and retrieving data, the following must be installed:</a:t>
            </a:r>
            <a:endParaRPr/>
          </a:p>
          <a:p>
            <a:pPr indent="-228600" lvl="1" marL="685800" rtl="0" algn="l">
              <a:lnSpc>
                <a:spcPct val="90000"/>
              </a:lnSpc>
              <a:spcBef>
                <a:spcPts val="500"/>
              </a:spcBef>
              <a:spcAft>
                <a:spcPts val="0"/>
              </a:spcAft>
              <a:buClr>
                <a:schemeClr val="lt1"/>
              </a:buClr>
              <a:buSzPts val="2400"/>
              <a:buChar char="•"/>
            </a:pPr>
            <a:r>
              <a:rPr lang="en-US"/>
              <a:t>Node.js</a:t>
            </a:r>
            <a:endParaRPr/>
          </a:p>
          <a:p>
            <a:pPr indent="-228600" lvl="1" marL="685800" rtl="0" algn="l">
              <a:lnSpc>
                <a:spcPct val="90000"/>
              </a:lnSpc>
              <a:spcBef>
                <a:spcPts val="500"/>
              </a:spcBef>
              <a:spcAft>
                <a:spcPts val="0"/>
              </a:spcAft>
              <a:buClr>
                <a:schemeClr val="lt1"/>
              </a:buClr>
              <a:buSzPts val="2400"/>
              <a:buChar char="•"/>
            </a:pPr>
            <a:r>
              <a:rPr lang="en-US"/>
              <a:t>MongoDB database server</a:t>
            </a:r>
            <a:endParaRPr/>
          </a:p>
          <a:p>
            <a:pPr indent="-228600" lvl="1" marL="685800" rtl="0" algn="l">
              <a:lnSpc>
                <a:spcPct val="90000"/>
              </a:lnSpc>
              <a:spcBef>
                <a:spcPts val="500"/>
              </a:spcBef>
              <a:spcAft>
                <a:spcPts val="0"/>
              </a:spcAft>
              <a:buClr>
                <a:schemeClr val="lt1"/>
              </a:buClr>
              <a:buSzPts val="2400"/>
              <a:buChar char="•"/>
            </a:pPr>
            <a:r>
              <a:rPr lang="en-US"/>
              <a:t>MongoDB NodeJS driver</a:t>
            </a:r>
            <a:endParaRPr/>
          </a:p>
          <a:p>
            <a:pPr indent="-228600" lvl="0" marL="228600" rtl="0" algn="l">
              <a:lnSpc>
                <a:spcPct val="90000"/>
              </a:lnSpc>
              <a:spcBef>
                <a:spcPts val="1000"/>
              </a:spcBef>
              <a:spcAft>
                <a:spcPts val="0"/>
              </a:spcAft>
              <a:buClr>
                <a:schemeClr val="lt1"/>
              </a:buClr>
              <a:buSzPts val="2800"/>
              <a:buChar char="•"/>
            </a:pPr>
            <a:r>
              <a:rPr lang="en-US"/>
              <a:t>Install the MongoDB package using npm:</a:t>
            </a:r>
            <a:endParaRPr/>
          </a:p>
          <a:p>
            <a:pPr indent="-228600" lvl="1" marL="685800" rtl="0" algn="l">
              <a:lnSpc>
                <a:spcPct val="90000"/>
              </a:lnSpc>
              <a:spcBef>
                <a:spcPts val="500"/>
              </a:spcBef>
              <a:spcAft>
                <a:spcPts val="0"/>
              </a:spcAft>
              <a:buClr>
                <a:schemeClr val="lt1"/>
              </a:buClr>
              <a:buSzPts val="2400"/>
              <a:buChar char="•"/>
            </a:pPr>
            <a:r>
              <a:rPr lang="en-US"/>
              <a:t>npm install mongodb</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3. Step 1 – Create a NodeJS Project</a:t>
            </a:r>
            <a:endParaRPr/>
          </a:p>
        </p:txBody>
      </p:sp>
      <p:sp>
        <p:nvSpPr>
          <p:cNvPr id="336" name="Google Shape;336;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Create a project folder and initialize NodeJS.</a:t>
            </a:r>
            <a:endParaRPr/>
          </a:p>
          <a:p>
            <a:pPr indent="-228600" lvl="1" marL="685800" rtl="0" algn="l">
              <a:lnSpc>
                <a:spcPct val="90000"/>
              </a:lnSpc>
              <a:spcBef>
                <a:spcPts val="500"/>
              </a:spcBef>
              <a:spcAft>
                <a:spcPts val="0"/>
              </a:spcAft>
              <a:buClr>
                <a:schemeClr val="lt1"/>
              </a:buClr>
              <a:buSzPts val="2400"/>
              <a:buChar char="•"/>
            </a:pPr>
            <a:r>
              <a:rPr lang="en-US"/>
              <a:t>mkdir node-mongodb-app</a:t>
            </a:r>
            <a:endParaRPr/>
          </a:p>
          <a:p>
            <a:pPr indent="-228600" lvl="1" marL="685800" rtl="0" algn="l">
              <a:lnSpc>
                <a:spcPct val="90000"/>
              </a:lnSpc>
              <a:spcBef>
                <a:spcPts val="500"/>
              </a:spcBef>
              <a:spcAft>
                <a:spcPts val="0"/>
              </a:spcAft>
              <a:buClr>
                <a:schemeClr val="lt1"/>
              </a:buClr>
              <a:buSzPts val="2400"/>
              <a:buChar char="•"/>
            </a:pPr>
            <a:r>
              <a:rPr lang="en-US"/>
              <a:t>cd node-mongodb-app</a:t>
            </a:r>
            <a:endParaRPr/>
          </a:p>
          <a:p>
            <a:pPr indent="-228600" lvl="1" marL="685800" rtl="0" algn="l">
              <a:lnSpc>
                <a:spcPct val="90000"/>
              </a:lnSpc>
              <a:spcBef>
                <a:spcPts val="500"/>
              </a:spcBef>
              <a:spcAft>
                <a:spcPts val="0"/>
              </a:spcAft>
              <a:buClr>
                <a:schemeClr val="lt1"/>
              </a:buClr>
              <a:buSzPts val="2400"/>
              <a:buChar char="•"/>
            </a:pPr>
            <a:r>
              <a:rPr lang="en-US"/>
              <a:t>npm init –y</a:t>
            </a:r>
            <a:endParaRPr/>
          </a:p>
          <a:p>
            <a:pPr indent="-228600" lvl="0" marL="228600" rtl="0" algn="l">
              <a:lnSpc>
                <a:spcPct val="90000"/>
              </a:lnSpc>
              <a:spcBef>
                <a:spcPts val="1000"/>
              </a:spcBef>
              <a:spcAft>
                <a:spcPts val="0"/>
              </a:spcAft>
              <a:buClr>
                <a:schemeClr val="lt1"/>
              </a:buClr>
              <a:buSzPts val="2800"/>
              <a:buChar char="•"/>
            </a:pPr>
            <a:r>
              <a:rPr lang="en-US"/>
              <a:t>Install MongoDB driver:</a:t>
            </a:r>
            <a:endParaRPr/>
          </a:p>
          <a:p>
            <a:pPr indent="-228600" lvl="1" marL="685800" rtl="0" algn="l">
              <a:lnSpc>
                <a:spcPct val="90000"/>
              </a:lnSpc>
              <a:spcBef>
                <a:spcPts val="500"/>
              </a:spcBef>
              <a:spcAft>
                <a:spcPts val="0"/>
              </a:spcAft>
              <a:buClr>
                <a:schemeClr val="lt1"/>
              </a:buClr>
              <a:buSzPts val="2400"/>
              <a:buChar char="•"/>
            </a:pPr>
            <a:r>
              <a:rPr lang="en-US"/>
              <a:t>npm install mongodb</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4. Step 2 – Import MongoDB Module</a:t>
            </a:r>
            <a:endParaRPr/>
          </a:p>
        </p:txBody>
      </p:sp>
      <p:sp>
        <p:nvSpPr>
          <p:cNvPr id="342" name="Google Shape;342;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Create a file named app.js and import the MongoDB driver.</a:t>
            </a:r>
            <a:endParaRPr/>
          </a:p>
          <a:p>
            <a:pPr indent="-228600" lvl="1" marL="685800" rtl="0" algn="l">
              <a:lnSpc>
                <a:spcPct val="90000"/>
              </a:lnSpc>
              <a:spcBef>
                <a:spcPts val="500"/>
              </a:spcBef>
              <a:spcAft>
                <a:spcPts val="0"/>
              </a:spcAft>
              <a:buClr>
                <a:schemeClr val="lt1"/>
              </a:buClr>
              <a:buSzPts val="2400"/>
              <a:buChar char="•"/>
            </a:pPr>
            <a:r>
              <a:rPr lang="en-US"/>
              <a:t>const { MongoClient } = require("mongodb");</a:t>
            </a:r>
            <a:endParaRPr/>
          </a:p>
          <a:p>
            <a:pPr indent="-228600" lvl="0" marL="228600" rtl="0" algn="l">
              <a:lnSpc>
                <a:spcPct val="90000"/>
              </a:lnSpc>
              <a:spcBef>
                <a:spcPts val="1000"/>
              </a:spcBef>
              <a:spcAft>
                <a:spcPts val="0"/>
              </a:spcAft>
              <a:buClr>
                <a:schemeClr val="lt1"/>
              </a:buClr>
              <a:buSzPts val="2800"/>
              <a:buChar char="•"/>
            </a:pPr>
            <a:r>
              <a:rPr lang="en-US"/>
              <a:t>This imports the MongoClient class used to connect NodeJS with MongoDB.</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lang="en-US"/>
              <a:t>5. Step 3 – Create MongoDB Connection</a:t>
            </a:r>
            <a:endParaRPr/>
          </a:p>
        </p:txBody>
      </p:sp>
      <p:sp>
        <p:nvSpPr>
          <p:cNvPr id="348" name="Google Shape;348;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Define the MongoDB connection URL.</a:t>
            </a:r>
            <a:endParaRPr/>
          </a:p>
          <a:p>
            <a:pPr indent="-228600" lvl="1" marL="685800" rtl="0" algn="l">
              <a:lnSpc>
                <a:spcPct val="90000"/>
              </a:lnSpc>
              <a:spcBef>
                <a:spcPts val="500"/>
              </a:spcBef>
              <a:spcAft>
                <a:spcPts val="0"/>
              </a:spcAft>
              <a:buClr>
                <a:schemeClr val="lt1"/>
              </a:buClr>
              <a:buSzPts val="2400"/>
              <a:buChar char="•"/>
            </a:pPr>
            <a:r>
              <a:rPr lang="en-US"/>
              <a:t>const url = "mongodb://127.0.0.1:27017";</a:t>
            </a:r>
            <a:endParaRPr/>
          </a:p>
          <a:p>
            <a:pPr indent="-228600" lvl="1" marL="685800" rtl="0" algn="l">
              <a:lnSpc>
                <a:spcPct val="90000"/>
              </a:lnSpc>
              <a:spcBef>
                <a:spcPts val="500"/>
              </a:spcBef>
              <a:spcAft>
                <a:spcPts val="0"/>
              </a:spcAft>
              <a:buClr>
                <a:schemeClr val="lt1"/>
              </a:buClr>
              <a:buSzPts val="2400"/>
              <a:buChar char="•"/>
            </a:pPr>
            <a:r>
              <a:rPr lang="en-US"/>
              <a:t>const client = new MongoClient(url);</a:t>
            </a:r>
            <a:endParaRPr/>
          </a:p>
          <a:p>
            <a:pPr indent="-50800" lvl="0" marL="228600" rtl="0" algn="l">
              <a:lnSpc>
                <a:spcPct val="90000"/>
              </a:lnSpc>
              <a:spcBef>
                <a:spcPts val="1000"/>
              </a:spcBef>
              <a:spcAft>
                <a:spcPts val="0"/>
              </a:spcAft>
              <a:buClr>
                <a:schemeClr val="lt1"/>
              </a:buClr>
              <a:buSzPts val="2800"/>
              <a:buNone/>
            </a:pPr>
            <a:r>
              <a:t/>
            </a:r>
            <a:endParaRPr/>
          </a:p>
        </p:txBody>
      </p:sp>
      <p:graphicFrame>
        <p:nvGraphicFramePr>
          <p:cNvPr id="349" name="Google Shape;349;p46"/>
          <p:cNvGraphicFramePr/>
          <p:nvPr/>
        </p:nvGraphicFramePr>
        <p:xfrm>
          <a:off x="838200" y="3269774"/>
          <a:ext cx="3000000" cy="3000000"/>
        </p:xfrm>
        <a:graphic>
          <a:graphicData uri="http://schemas.openxmlformats.org/drawingml/2006/table">
            <a:tbl>
              <a:tblPr>
                <a:noFill/>
                <a:tableStyleId>{BA9145A9-24C7-4589-A7C5-3B1FB2BEE7CA}</a:tableStyleId>
              </a:tblPr>
              <a:tblGrid>
                <a:gridCol w="5257800"/>
                <a:gridCol w="5257800"/>
              </a:tblGrid>
              <a:tr h="228600">
                <a:tc>
                  <a:txBody>
                    <a:bodyPr/>
                    <a:lstStyle/>
                    <a:p>
                      <a:pPr indent="0" lvl="0" marL="0" marR="0" rtl="0" algn="ctr">
                        <a:spcBef>
                          <a:spcPts val="0"/>
                        </a:spcBef>
                        <a:spcAft>
                          <a:spcPts val="0"/>
                        </a:spcAft>
                        <a:buNone/>
                      </a:pPr>
                      <a:r>
                        <a:rPr b="1" lang="en-US" sz="1800"/>
                        <a:t>Component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800"/>
                        <a:t>Meaning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mongodb://</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MongoDB protocol</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127.0.0.1</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Localhost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27017</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Default MongoDB port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6. Step 4 – Connect to MongoDB</a:t>
            </a:r>
            <a:endParaRPr/>
          </a:p>
        </p:txBody>
      </p:sp>
      <p:sp>
        <p:nvSpPr>
          <p:cNvPr id="355" name="Google Shape;355;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Use an asynchronous function to connect to the database.</a:t>
            </a:r>
            <a:endParaRPr/>
          </a:p>
          <a:p>
            <a:pPr indent="0" lvl="2" marL="914400" rtl="0" algn="l">
              <a:lnSpc>
                <a:spcPct val="90000"/>
              </a:lnSpc>
              <a:spcBef>
                <a:spcPts val="500"/>
              </a:spcBef>
              <a:spcAft>
                <a:spcPts val="0"/>
              </a:spcAft>
              <a:buClr>
                <a:schemeClr val="lt1"/>
              </a:buClr>
              <a:buSzPts val="2000"/>
              <a:buNone/>
            </a:pPr>
            <a:r>
              <a:rPr lang="en-US"/>
              <a:t>async function connectDB() {</a:t>
            </a:r>
            <a:endParaRPr/>
          </a:p>
          <a:p>
            <a:pPr indent="0" lvl="2" marL="914400" rtl="0" algn="l">
              <a:lnSpc>
                <a:spcPct val="90000"/>
              </a:lnSpc>
              <a:spcBef>
                <a:spcPts val="500"/>
              </a:spcBef>
              <a:spcAft>
                <a:spcPts val="0"/>
              </a:spcAft>
              <a:buClr>
                <a:schemeClr val="lt1"/>
              </a:buClr>
              <a:buSzPts val="2000"/>
              <a:buNone/>
            </a:pPr>
            <a:r>
              <a:rPr lang="en-US"/>
              <a:t>  await client.connect();</a:t>
            </a:r>
            <a:endParaRPr/>
          </a:p>
          <a:p>
            <a:pPr indent="0" lvl="2" marL="914400" rtl="0" algn="l">
              <a:lnSpc>
                <a:spcPct val="90000"/>
              </a:lnSpc>
              <a:spcBef>
                <a:spcPts val="500"/>
              </a:spcBef>
              <a:spcAft>
                <a:spcPts val="0"/>
              </a:spcAft>
              <a:buClr>
                <a:schemeClr val="lt1"/>
              </a:buClr>
              <a:buSzPts val="2000"/>
              <a:buNone/>
            </a:pPr>
            <a:r>
              <a:rPr lang="en-US"/>
              <a:t>  console.log("Connected to MongoDB");</a:t>
            </a:r>
            <a:endParaRPr/>
          </a:p>
          <a:p>
            <a:pPr indent="0" lvl="2" marL="914400" rtl="0" algn="l">
              <a:lnSpc>
                <a:spcPct val="90000"/>
              </a:lnSpc>
              <a:spcBef>
                <a:spcPts val="500"/>
              </a:spcBef>
              <a:spcAft>
                <a:spcPts val="0"/>
              </a:spcAft>
              <a:buClr>
                <a:schemeClr val="lt1"/>
              </a:buClr>
              <a:buSzPts val="2000"/>
              <a:buNone/>
            </a:pPr>
            <a:r>
              <a:rPr lang="en-US"/>
              <a:t>}</a:t>
            </a:r>
            <a:endParaRPr/>
          </a:p>
          <a:p>
            <a:pPr indent="0" lvl="2" marL="914400" rtl="0" algn="l">
              <a:lnSpc>
                <a:spcPct val="90000"/>
              </a:lnSpc>
              <a:spcBef>
                <a:spcPts val="500"/>
              </a:spcBef>
              <a:spcAft>
                <a:spcPts val="0"/>
              </a:spcAft>
              <a:buClr>
                <a:schemeClr val="lt1"/>
              </a:buClr>
              <a:buSzPts val="2000"/>
              <a:buNone/>
            </a:pPr>
            <a:r>
              <a:rPr lang="en-US"/>
              <a:t>connectDB();</a:t>
            </a:r>
            <a:endParaRPr/>
          </a:p>
          <a:p>
            <a:pPr indent="-228600" lvl="0" marL="228600" rtl="0" algn="l">
              <a:lnSpc>
                <a:spcPct val="90000"/>
              </a:lnSpc>
              <a:spcBef>
                <a:spcPts val="1000"/>
              </a:spcBef>
              <a:spcAft>
                <a:spcPts val="0"/>
              </a:spcAft>
              <a:buClr>
                <a:schemeClr val="lt1"/>
              </a:buClr>
              <a:buSzPts val="2800"/>
              <a:buChar char="•"/>
            </a:pPr>
            <a:r>
              <a:rPr lang="en-US"/>
              <a:t>Output in terminal:</a:t>
            </a:r>
            <a:endParaRPr/>
          </a:p>
          <a:p>
            <a:pPr indent="-228600" lvl="1" marL="685800" rtl="0" algn="l">
              <a:lnSpc>
                <a:spcPct val="90000"/>
              </a:lnSpc>
              <a:spcBef>
                <a:spcPts val="500"/>
              </a:spcBef>
              <a:spcAft>
                <a:spcPts val="0"/>
              </a:spcAft>
              <a:buClr>
                <a:schemeClr val="lt1"/>
              </a:buClr>
              <a:buSzPts val="2400"/>
              <a:buChar char="•"/>
            </a:pPr>
            <a:r>
              <a:rPr lang="en-US"/>
              <a:t>Connected to MongoDB</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7. Step 5 – Select Database and Collection</a:t>
            </a:r>
            <a:endParaRPr/>
          </a:p>
        </p:txBody>
      </p:sp>
      <p:sp>
        <p:nvSpPr>
          <p:cNvPr id="361" name="Google Shape;361;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After connecting, select a database and collection.</a:t>
            </a:r>
            <a:endParaRPr/>
          </a:p>
          <a:p>
            <a:pPr indent="-228600" lvl="1" marL="685800" rtl="0" algn="l">
              <a:lnSpc>
                <a:spcPct val="90000"/>
              </a:lnSpc>
              <a:spcBef>
                <a:spcPts val="500"/>
              </a:spcBef>
              <a:spcAft>
                <a:spcPts val="0"/>
              </a:spcAft>
              <a:buClr>
                <a:schemeClr val="lt1"/>
              </a:buClr>
              <a:buSzPts val="2400"/>
              <a:buChar char="•"/>
            </a:pPr>
            <a:r>
              <a:rPr lang="en-US"/>
              <a:t>const db = client.db("mydatabase");</a:t>
            </a:r>
            <a:endParaRPr/>
          </a:p>
          <a:p>
            <a:pPr indent="-228600" lvl="1" marL="685800" rtl="0" algn="l">
              <a:lnSpc>
                <a:spcPct val="90000"/>
              </a:lnSpc>
              <a:spcBef>
                <a:spcPts val="500"/>
              </a:spcBef>
              <a:spcAft>
                <a:spcPts val="0"/>
              </a:spcAft>
              <a:buClr>
                <a:schemeClr val="lt1"/>
              </a:buClr>
              <a:buSzPts val="2400"/>
              <a:buChar char="•"/>
            </a:pPr>
            <a:r>
              <a:rPr lang="en-US"/>
              <a:t>const collection = db.collection("students");</a:t>
            </a:r>
            <a:endParaRPr/>
          </a:p>
          <a:p>
            <a:pPr indent="-228600" lvl="0" marL="228600" rtl="0" algn="l">
              <a:lnSpc>
                <a:spcPct val="90000"/>
              </a:lnSpc>
              <a:spcBef>
                <a:spcPts val="1000"/>
              </a:spcBef>
              <a:spcAft>
                <a:spcPts val="0"/>
              </a:spcAft>
              <a:buClr>
                <a:schemeClr val="lt1"/>
              </a:buClr>
              <a:buSzPts val="2800"/>
              <a:buChar char="•"/>
            </a:pPr>
            <a:r>
              <a:rPr lang="en-US"/>
              <a:t>mydatabase → database</a:t>
            </a:r>
            <a:endParaRPr/>
          </a:p>
          <a:p>
            <a:pPr indent="-228600" lvl="0" marL="228600" rtl="0" algn="l">
              <a:lnSpc>
                <a:spcPct val="90000"/>
              </a:lnSpc>
              <a:spcBef>
                <a:spcPts val="1000"/>
              </a:spcBef>
              <a:spcAft>
                <a:spcPts val="0"/>
              </a:spcAft>
              <a:buClr>
                <a:schemeClr val="lt1"/>
              </a:buClr>
              <a:buSzPts val="2800"/>
              <a:buChar char="•"/>
            </a:pPr>
            <a:r>
              <a:rPr lang="en-US"/>
              <a:t>namestudents → collection name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8. Step 6 – Insert Data into MongoDB</a:t>
            </a:r>
            <a:endParaRPr/>
          </a:p>
        </p:txBody>
      </p:sp>
      <p:sp>
        <p:nvSpPr>
          <p:cNvPr id="367" name="Google Shape;367;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l">
              <a:lnSpc>
                <a:spcPct val="90000"/>
              </a:lnSpc>
              <a:spcBef>
                <a:spcPts val="0"/>
              </a:spcBef>
              <a:spcAft>
                <a:spcPts val="0"/>
              </a:spcAft>
              <a:buClr>
                <a:schemeClr val="lt1"/>
              </a:buClr>
              <a:buSzPct val="100000"/>
              <a:buChar char="•"/>
            </a:pPr>
            <a:r>
              <a:rPr lang="en-US"/>
              <a:t>Use insertOne() to add a document.</a:t>
            </a:r>
            <a:endParaRPr/>
          </a:p>
          <a:p>
            <a:pPr indent="0" lvl="1" marL="457200" rtl="0" algn="l">
              <a:lnSpc>
                <a:spcPct val="90000"/>
              </a:lnSpc>
              <a:spcBef>
                <a:spcPts val="500"/>
              </a:spcBef>
              <a:spcAft>
                <a:spcPts val="0"/>
              </a:spcAft>
              <a:buClr>
                <a:schemeClr val="lt1"/>
              </a:buClr>
              <a:buSzPct val="100000"/>
              <a:buNone/>
            </a:pPr>
            <a:r>
              <a:rPr lang="en-US"/>
              <a:t>async function insertData() {</a:t>
            </a:r>
            <a:endParaRPr/>
          </a:p>
          <a:p>
            <a:pPr indent="0" lvl="1" marL="457200" rtl="0" algn="l">
              <a:lnSpc>
                <a:spcPct val="90000"/>
              </a:lnSpc>
              <a:spcBef>
                <a:spcPts val="500"/>
              </a:spcBef>
              <a:spcAft>
                <a:spcPts val="0"/>
              </a:spcAft>
              <a:buClr>
                <a:schemeClr val="lt1"/>
              </a:buClr>
              <a:buSzPct val="100000"/>
              <a:buNone/>
            </a:pPr>
            <a:r>
              <a:rPr lang="en-US"/>
              <a:t>  await client.connect();</a:t>
            </a:r>
            <a:endParaRPr/>
          </a:p>
          <a:p>
            <a:pPr indent="0" lvl="1" marL="457200" rtl="0" algn="l">
              <a:lnSpc>
                <a:spcPct val="90000"/>
              </a:lnSpc>
              <a:spcBef>
                <a:spcPts val="500"/>
              </a:spcBef>
              <a:spcAft>
                <a:spcPts val="0"/>
              </a:spcAft>
              <a:buClr>
                <a:schemeClr val="lt1"/>
              </a:buClr>
              <a:buSzPct val="100000"/>
              <a:buNone/>
            </a:pPr>
            <a:r>
              <a:rPr lang="en-US"/>
              <a:t>  const db = client.db("mydatabase");</a:t>
            </a:r>
            <a:endParaRPr/>
          </a:p>
          <a:p>
            <a:pPr indent="0" lvl="1" marL="457200" rtl="0" algn="l">
              <a:lnSpc>
                <a:spcPct val="90000"/>
              </a:lnSpc>
              <a:spcBef>
                <a:spcPts val="500"/>
              </a:spcBef>
              <a:spcAft>
                <a:spcPts val="0"/>
              </a:spcAft>
              <a:buClr>
                <a:schemeClr val="lt1"/>
              </a:buClr>
              <a:buSzPct val="100000"/>
              <a:buNone/>
            </a:pPr>
            <a:r>
              <a:rPr lang="en-US"/>
              <a:t>  const collection = db.collection("students");</a:t>
            </a:r>
            <a:endParaRPr/>
          </a:p>
          <a:p>
            <a:pPr indent="0" lvl="1" marL="457200" rtl="0" algn="l">
              <a:lnSpc>
                <a:spcPct val="90000"/>
              </a:lnSpc>
              <a:spcBef>
                <a:spcPts val="500"/>
              </a:spcBef>
              <a:spcAft>
                <a:spcPts val="0"/>
              </a:spcAft>
              <a:buClr>
                <a:schemeClr val="lt1"/>
              </a:buClr>
              <a:buSzPct val="100000"/>
              <a:buNone/>
            </a:pPr>
            <a:r>
              <a:t/>
            </a:r>
            <a:endParaRPr/>
          </a:p>
          <a:p>
            <a:pPr indent="0" lvl="1" marL="457200" rtl="0" algn="l">
              <a:lnSpc>
                <a:spcPct val="90000"/>
              </a:lnSpc>
              <a:spcBef>
                <a:spcPts val="500"/>
              </a:spcBef>
              <a:spcAft>
                <a:spcPts val="0"/>
              </a:spcAft>
              <a:buClr>
                <a:schemeClr val="lt1"/>
              </a:buClr>
              <a:buSzPct val="100000"/>
              <a:buNone/>
            </a:pPr>
            <a:r>
              <a:rPr lang="en-US"/>
              <a:t>  const result = await collection.insertOne({</a:t>
            </a:r>
            <a:endParaRPr/>
          </a:p>
          <a:p>
            <a:pPr indent="0" lvl="1" marL="457200" rtl="0" algn="l">
              <a:lnSpc>
                <a:spcPct val="90000"/>
              </a:lnSpc>
              <a:spcBef>
                <a:spcPts val="500"/>
              </a:spcBef>
              <a:spcAft>
                <a:spcPts val="0"/>
              </a:spcAft>
              <a:buClr>
                <a:schemeClr val="lt1"/>
              </a:buClr>
              <a:buSzPct val="100000"/>
              <a:buNone/>
            </a:pPr>
            <a:r>
              <a:rPr lang="en-US"/>
              <a:t>    name: "Rahul",</a:t>
            </a:r>
            <a:endParaRPr/>
          </a:p>
          <a:p>
            <a:pPr indent="0" lvl="1" marL="457200" rtl="0" algn="l">
              <a:lnSpc>
                <a:spcPct val="90000"/>
              </a:lnSpc>
              <a:spcBef>
                <a:spcPts val="500"/>
              </a:spcBef>
              <a:spcAft>
                <a:spcPts val="0"/>
              </a:spcAft>
              <a:buClr>
                <a:schemeClr val="lt1"/>
              </a:buClr>
              <a:buSzPct val="100000"/>
              <a:buNone/>
            </a:pPr>
            <a:r>
              <a:rPr lang="en-US"/>
              <a:t>    age: 21,</a:t>
            </a:r>
            <a:endParaRPr/>
          </a:p>
          <a:p>
            <a:pPr indent="0" lvl="1" marL="457200" rtl="0" algn="l">
              <a:lnSpc>
                <a:spcPct val="90000"/>
              </a:lnSpc>
              <a:spcBef>
                <a:spcPts val="500"/>
              </a:spcBef>
              <a:spcAft>
                <a:spcPts val="0"/>
              </a:spcAft>
              <a:buClr>
                <a:schemeClr val="lt1"/>
              </a:buClr>
              <a:buSzPct val="100000"/>
              <a:buNone/>
            </a:pPr>
            <a:r>
              <a:rPr lang="en-US"/>
              <a:t>    course: "BCA"</a:t>
            </a:r>
            <a:endParaRPr/>
          </a:p>
          <a:p>
            <a:pPr indent="0" lvl="1" marL="457200" rtl="0" algn="l">
              <a:lnSpc>
                <a:spcPct val="90000"/>
              </a:lnSpc>
              <a:spcBef>
                <a:spcPts val="500"/>
              </a:spcBef>
              <a:spcAft>
                <a:spcPts val="0"/>
              </a:spcAft>
              <a:buClr>
                <a:schemeClr val="lt1"/>
              </a:buClr>
              <a:buSzPct val="100000"/>
              <a:buNone/>
            </a:pPr>
            <a:r>
              <a:rPr lang="en-US"/>
              <a:t>  });</a:t>
            </a:r>
            <a:endParaRPr/>
          </a:p>
          <a:p>
            <a:pPr indent="0" lvl="1" marL="457200" rtl="0" algn="l">
              <a:lnSpc>
                <a:spcPct val="90000"/>
              </a:lnSpc>
              <a:spcBef>
                <a:spcPts val="500"/>
              </a:spcBef>
              <a:spcAft>
                <a:spcPts val="0"/>
              </a:spcAft>
              <a:buClr>
                <a:schemeClr val="lt1"/>
              </a:buClr>
              <a:buSzPct val="100000"/>
              <a:buNone/>
            </a:pPr>
            <a:r>
              <a:t/>
            </a:r>
            <a:endParaRPr/>
          </a:p>
          <a:p>
            <a:pPr indent="0" lvl="1" marL="457200" rtl="0" algn="l">
              <a:lnSpc>
                <a:spcPct val="90000"/>
              </a:lnSpc>
              <a:spcBef>
                <a:spcPts val="500"/>
              </a:spcBef>
              <a:spcAft>
                <a:spcPts val="0"/>
              </a:spcAft>
              <a:buClr>
                <a:schemeClr val="lt1"/>
              </a:buClr>
              <a:buSzPct val="100000"/>
              <a:buNone/>
            </a:pPr>
            <a:r>
              <a:rPr lang="en-US"/>
              <a:t>  console.log("Data Inserted:", result);</a:t>
            </a:r>
            <a:endParaRPr/>
          </a:p>
          <a:p>
            <a:pPr indent="0" lvl="1" marL="457200" rtl="0" algn="l">
              <a:lnSpc>
                <a:spcPct val="90000"/>
              </a:lnSpc>
              <a:spcBef>
                <a:spcPts val="500"/>
              </a:spcBef>
              <a:spcAft>
                <a:spcPts val="0"/>
              </a:spcAft>
              <a:buClr>
                <a:schemeClr val="lt1"/>
              </a:buClr>
              <a:buSzPct val="100000"/>
              <a:buNone/>
            </a:pPr>
            <a:r>
              <a:rPr lang="en-US"/>
              <a:t>}</a:t>
            </a:r>
            <a:endParaRPr/>
          </a:p>
          <a:p>
            <a:pPr indent="0" lvl="1" marL="457200" rtl="0" algn="l">
              <a:lnSpc>
                <a:spcPct val="90000"/>
              </a:lnSpc>
              <a:spcBef>
                <a:spcPts val="500"/>
              </a:spcBef>
              <a:spcAft>
                <a:spcPts val="0"/>
              </a:spcAft>
              <a:buClr>
                <a:schemeClr val="lt1"/>
              </a:buClr>
              <a:buSzPct val="100000"/>
              <a:buNone/>
            </a:pPr>
            <a:r>
              <a:t/>
            </a:r>
            <a:endParaRPr/>
          </a:p>
          <a:p>
            <a:pPr indent="0" lvl="1" marL="457200" rtl="0" algn="l">
              <a:lnSpc>
                <a:spcPct val="90000"/>
              </a:lnSpc>
              <a:spcBef>
                <a:spcPts val="500"/>
              </a:spcBef>
              <a:spcAft>
                <a:spcPts val="0"/>
              </a:spcAft>
              <a:buClr>
                <a:schemeClr val="lt1"/>
              </a:buClr>
              <a:buSzPct val="100000"/>
              <a:buNone/>
            </a:pPr>
            <a:r>
              <a:rPr lang="en-US"/>
              <a:t>insertData();</a:t>
            </a:r>
            <a:endParaRPr/>
          </a:p>
          <a:p>
            <a:pPr indent="-228600" lvl="0" marL="228600" rtl="0" algn="l">
              <a:lnSpc>
                <a:spcPct val="90000"/>
              </a:lnSpc>
              <a:spcBef>
                <a:spcPts val="1000"/>
              </a:spcBef>
              <a:spcAft>
                <a:spcPts val="0"/>
              </a:spcAft>
              <a:buClr>
                <a:schemeClr val="lt1"/>
              </a:buClr>
              <a:buSzPct val="100000"/>
              <a:buChar char="•"/>
            </a:pPr>
            <a:r>
              <a:rPr lang="en-US"/>
              <a:t>Example document stored in MongoDB:</a:t>
            </a:r>
            <a:endParaRPr/>
          </a:p>
          <a:p>
            <a:pPr indent="0" lvl="1" marL="457200" rtl="0" algn="l">
              <a:lnSpc>
                <a:spcPct val="90000"/>
              </a:lnSpc>
              <a:spcBef>
                <a:spcPts val="500"/>
              </a:spcBef>
              <a:spcAft>
                <a:spcPts val="0"/>
              </a:spcAft>
              <a:buClr>
                <a:schemeClr val="lt1"/>
              </a:buClr>
              <a:buSzPct val="100000"/>
              <a:buNone/>
            </a:pPr>
            <a:r>
              <a:rPr lang="en-US"/>
              <a:t>{ name: "Rahul",</a:t>
            </a:r>
            <a:endParaRPr/>
          </a:p>
          <a:p>
            <a:pPr indent="0" lvl="1" marL="457200" rtl="0" algn="l">
              <a:lnSpc>
                <a:spcPct val="90000"/>
              </a:lnSpc>
              <a:spcBef>
                <a:spcPts val="500"/>
              </a:spcBef>
              <a:spcAft>
                <a:spcPts val="0"/>
              </a:spcAft>
              <a:buClr>
                <a:schemeClr val="lt1"/>
              </a:buClr>
              <a:buSzPct val="100000"/>
              <a:buNone/>
            </a:pPr>
            <a:r>
              <a:rPr lang="en-US"/>
              <a:t> age: 21,</a:t>
            </a:r>
            <a:endParaRPr/>
          </a:p>
          <a:p>
            <a:pPr indent="0" lvl="1" marL="457200" rtl="0" algn="l">
              <a:lnSpc>
                <a:spcPct val="90000"/>
              </a:lnSpc>
              <a:spcBef>
                <a:spcPts val="500"/>
              </a:spcBef>
              <a:spcAft>
                <a:spcPts val="0"/>
              </a:spcAft>
              <a:buClr>
                <a:schemeClr val="lt1"/>
              </a:buClr>
              <a:buSzPct val="100000"/>
              <a:buNone/>
            </a:pPr>
            <a:r>
              <a:rPr lang="en-US"/>
              <a:t> course: "BCA"}</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9. Step 7 – Retrieve Data from MongoDB</a:t>
            </a:r>
            <a:endParaRPr/>
          </a:p>
        </p:txBody>
      </p:sp>
      <p:sp>
        <p:nvSpPr>
          <p:cNvPr id="373" name="Google Shape;373;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Use find() to retrieve documents.</a:t>
            </a:r>
            <a:endParaRPr/>
          </a:p>
          <a:p>
            <a:pPr indent="0" lvl="1" marL="457200" rtl="0" algn="l">
              <a:lnSpc>
                <a:spcPct val="90000"/>
              </a:lnSpc>
              <a:spcBef>
                <a:spcPts val="500"/>
              </a:spcBef>
              <a:spcAft>
                <a:spcPts val="0"/>
              </a:spcAft>
              <a:buClr>
                <a:schemeClr val="lt1"/>
              </a:buClr>
              <a:buSzPts val="2400"/>
              <a:buNone/>
            </a:pPr>
            <a:r>
              <a:rPr lang="en-US"/>
              <a:t>async function getData() {</a:t>
            </a:r>
            <a:endParaRPr/>
          </a:p>
          <a:p>
            <a:pPr indent="0" lvl="1" marL="457200" rtl="0" algn="l">
              <a:lnSpc>
                <a:spcPct val="90000"/>
              </a:lnSpc>
              <a:spcBef>
                <a:spcPts val="500"/>
              </a:spcBef>
              <a:spcAft>
                <a:spcPts val="0"/>
              </a:spcAft>
              <a:buClr>
                <a:schemeClr val="lt1"/>
              </a:buClr>
              <a:buSzPts val="2400"/>
              <a:buNone/>
            </a:pPr>
            <a:r>
              <a:rPr lang="en-US"/>
              <a:t>  await client.connect();</a:t>
            </a:r>
            <a:endParaRPr/>
          </a:p>
          <a:p>
            <a:pPr indent="0" lvl="1" marL="457200" rtl="0" algn="l">
              <a:lnSpc>
                <a:spcPct val="90000"/>
              </a:lnSpc>
              <a:spcBef>
                <a:spcPts val="500"/>
              </a:spcBef>
              <a:spcAft>
                <a:spcPts val="0"/>
              </a:spcAft>
              <a:buClr>
                <a:schemeClr val="lt1"/>
              </a:buClr>
              <a:buSzPts val="2400"/>
              <a:buNone/>
            </a:pPr>
            <a:r>
              <a:rPr lang="en-US"/>
              <a:t>  const db = client.db("mydatabase");</a:t>
            </a:r>
            <a:endParaRPr/>
          </a:p>
          <a:p>
            <a:pPr indent="0" lvl="1" marL="457200" rtl="0" algn="l">
              <a:lnSpc>
                <a:spcPct val="90000"/>
              </a:lnSpc>
              <a:spcBef>
                <a:spcPts val="500"/>
              </a:spcBef>
              <a:spcAft>
                <a:spcPts val="0"/>
              </a:spcAft>
              <a:buClr>
                <a:schemeClr val="lt1"/>
              </a:buClr>
              <a:buSzPts val="2400"/>
              <a:buNone/>
            </a:pPr>
            <a:r>
              <a:rPr lang="en-US"/>
              <a:t>  const collection = db.collection("students");</a:t>
            </a:r>
            <a:endParaRPr/>
          </a:p>
          <a:p>
            <a:pPr indent="0" lvl="1" marL="457200" rtl="0" algn="l">
              <a:lnSpc>
                <a:spcPct val="90000"/>
              </a:lnSpc>
              <a:spcBef>
                <a:spcPts val="500"/>
              </a:spcBef>
              <a:spcAft>
                <a:spcPts val="0"/>
              </a:spcAft>
              <a:buClr>
                <a:schemeClr val="lt1"/>
              </a:buClr>
              <a:buSzPts val="2400"/>
              <a:buNone/>
            </a:pPr>
            <a:r>
              <a:rPr lang="en-US"/>
              <a:t>  const data = await collection.find({}).toArray();</a:t>
            </a:r>
            <a:endParaRPr/>
          </a:p>
          <a:p>
            <a:pPr indent="0" lvl="1" marL="457200" rtl="0" algn="l">
              <a:lnSpc>
                <a:spcPct val="90000"/>
              </a:lnSpc>
              <a:spcBef>
                <a:spcPts val="500"/>
              </a:spcBef>
              <a:spcAft>
                <a:spcPts val="0"/>
              </a:spcAft>
              <a:buClr>
                <a:schemeClr val="lt1"/>
              </a:buClr>
              <a:buSzPts val="2400"/>
              <a:buNone/>
            </a:pPr>
            <a:r>
              <a:rPr lang="en-US"/>
              <a:t>  console.log("Students Data:", data);</a:t>
            </a:r>
            <a:endParaRPr/>
          </a:p>
          <a:p>
            <a:pPr indent="0" lvl="1" marL="457200" rtl="0" algn="l">
              <a:lnSpc>
                <a:spcPct val="90000"/>
              </a:lnSpc>
              <a:spcBef>
                <a:spcPts val="500"/>
              </a:spcBef>
              <a:spcAft>
                <a:spcPts val="0"/>
              </a:spcAft>
              <a:buClr>
                <a:schemeClr val="lt1"/>
              </a:buClr>
              <a:buSzPts val="2400"/>
              <a:buNone/>
            </a:pPr>
            <a:r>
              <a:rPr lang="en-US"/>
              <a:t>}</a:t>
            </a:r>
            <a:endParaRPr/>
          </a:p>
          <a:p>
            <a:pPr indent="0" lvl="1" marL="457200" rtl="0" algn="l">
              <a:lnSpc>
                <a:spcPct val="90000"/>
              </a:lnSpc>
              <a:spcBef>
                <a:spcPts val="500"/>
              </a:spcBef>
              <a:spcAft>
                <a:spcPts val="0"/>
              </a:spcAft>
              <a:buClr>
                <a:schemeClr val="lt1"/>
              </a:buClr>
              <a:buSzPts val="2400"/>
              <a:buNone/>
            </a:pPr>
            <a:r>
              <a:rPr lang="en-US"/>
              <a:t>getData();</a:t>
            </a:r>
            <a:endParaRPr/>
          </a:p>
        </p:txBody>
      </p:sp>
      <p:graphicFrame>
        <p:nvGraphicFramePr>
          <p:cNvPr id="374" name="Google Shape;374;p50"/>
          <p:cNvGraphicFramePr/>
          <p:nvPr/>
        </p:nvGraphicFramePr>
        <p:xfrm>
          <a:off x="5575663" y="5079683"/>
          <a:ext cx="3000000" cy="3000000"/>
        </p:xfrm>
        <a:graphic>
          <a:graphicData uri="http://schemas.openxmlformats.org/drawingml/2006/table">
            <a:tbl>
              <a:tblPr>
                <a:noFill/>
                <a:tableStyleId>{BA9145A9-24C7-4589-A7C5-3B1FB2BEE7CA}</a:tableStyleId>
              </a:tblPr>
              <a:tblGrid>
                <a:gridCol w="1063875"/>
                <a:gridCol w="2407400"/>
              </a:tblGrid>
              <a:tr h="228600">
                <a:tc>
                  <a:txBody>
                    <a:bodyPr/>
                    <a:lstStyle/>
                    <a:p>
                      <a:pPr indent="0" lvl="0" marL="0" marR="0" rtl="0" algn="ctr">
                        <a:spcBef>
                          <a:spcPts val="0"/>
                        </a:spcBef>
                        <a:spcAft>
                          <a:spcPts val="0"/>
                        </a:spcAft>
                        <a:buNone/>
                      </a:pPr>
                      <a:r>
                        <a:rPr lang="en-US" sz="1800"/>
                        <a:t>Method</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Purpose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find()</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Retrieves documents</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toArray()</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Converts result to array</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10. Complete Example Program</a:t>
            </a:r>
            <a:endParaRPr/>
          </a:p>
        </p:txBody>
      </p:sp>
      <p:sp>
        <p:nvSpPr>
          <p:cNvPr id="380" name="Google Shape;380;p51"/>
          <p:cNvSpPr txBox="1"/>
          <p:nvPr>
            <p:ph idx="1" type="body"/>
          </p:nvPr>
        </p:nvSpPr>
        <p:spPr>
          <a:xfrm>
            <a:off x="899160" y="1564368"/>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200"/>
              <a:buNone/>
            </a:pPr>
            <a:r>
              <a:rPr lang="en-US" sz="1200"/>
              <a:t>const { MongoClient } = require("mongodb");</a:t>
            </a:r>
            <a:endParaRPr sz="1200"/>
          </a:p>
          <a:p>
            <a:pPr indent="0" lvl="0" marL="0" rtl="0" algn="l">
              <a:lnSpc>
                <a:spcPct val="90000"/>
              </a:lnSpc>
              <a:spcBef>
                <a:spcPts val="1000"/>
              </a:spcBef>
              <a:spcAft>
                <a:spcPts val="0"/>
              </a:spcAft>
              <a:buClr>
                <a:schemeClr val="lt1"/>
              </a:buClr>
              <a:buSzPts val="1200"/>
              <a:buNone/>
            </a:pPr>
            <a:r>
              <a:rPr lang="en-US" sz="1200"/>
              <a:t>const url = "mongodb://127.0.0.1:27017";</a:t>
            </a:r>
            <a:endParaRPr/>
          </a:p>
          <a:p>
            <a:pPr indent="0" lvl="0" marL="0" rtl="0" algn="l">
              <a:lnSpc>
                <a:spcPct val="90000"/>
              </a:lnSpc>
              <a:spcBef>
                <a:spcPts val="1000"/>
              </a:spcBef>
              <a:spcAft>
                <a:spcPts val="0"/>
              </a:spcAft>
              <a:buClr>
                <a:schemeClr val="lt1"/>
              </a:buClr>
              <a:buSzPts val="1200"/>
              <a:buNone/>
            </a:pPr>
            <a:r>
              <a:rPr lang="en-US" sz="1200"/>
              <a:t>const client = new MongoClient(url);</a:t>
            </a:r>
            <a:endParaRPr sz="1200"/>
          </a:p>
          <a:p>
            <a:pPr indent="0" lvl="0" marL="0" rtl="0" algn="l">
              <a:lnSpc>
                <a:spcPct val="90000"/>
              </a:lnSpc>
              <a:spcBef>
                <a:spcPts val="1000"/>
              </a:spcBef>
              <a:spcAft>
                <a:spcPts val="0"/>
              </a:spcAft>
              <a:buClr>
                <a:schemeClr val="lt1"/>
              </a:buClr>
              <a:buSzPts val="1200"/>
              <a:buNone/>
            </a:pPr>
            <a:r>
              <a:rPr lang="en-US" sz="1200"/>
              <a:t>async function main() {</a:t>
            </a:r>
            <a:endParaRPr/>
          </a:p>
          <a:p>
            <a:pPr indent="0" lvl="0" marL="0" rtl="0" algn="l">
              <a:lnSpc>
                <a:spcPct val="90000"/>
              </a:lnSpc>
              <a:spcBef>
                <a:spcPts val="1000"/>
              </a:spcBef>
              <a:spcAft>
                <a:spcPts val="0"/>
              </a:spcAft>
              <a:buClr>
                <a:schemeClr val="lt1"/>
              </a:buClr>
              <a:buSzPts val="1200"/>
              <a:buNone/>
            </a:pPr>
            <a:r>
              <a:rPr lang="en-US" sz="1200"/>
              <a:t>  await client.connect();</a:t>
            </a:r>
            <a:endParaRPr sz="1200"/>
          </a:p>
          <a:p>
            <a:pPr indent="0" lvl="0" marL="0" rtl="0" algn="l">
              <a:lnSpc>
                <a:spcPct val="90000"/>
              </a:lnSpc>
              <a:spcBef>
                <a:spcPts val="1000"/>
              </a:spcBef>
              <a:spcAft>
                <a:spcPts val="0"/>
              </a:spcAft>
              <a:buClr>
                <a:schemeClr val="lt1"/>
              </a:buClr>
              <a:buSzPts val="1200"/>
              <a:buNone/>
            </a:pPr>
            <a:r>
              <a:rPr lang="en-US" sz="1200"/>
              <a:t>  const db = client.db("mydatabase");</a:t>
            </a:r>
            <a:endParaRPr/>
          </a:p>
          <a:p>
            <a:pPr indent="0" lvl="0" marL="0" rtl="0" algn="l">
              <a:lnSpc>
                <a:spcPct val="90000"/>
              </a:lnSpc>
              <a:spcBef>
                <a:spcPts val="1000"/>
              </a:spcBef>
              <a:spcAft>
                <a:spcPts val="0"/>
              </a:spcAft>
              <a:buClr>
                <a:schemeClr val="lt1"/>
              </a:buClr>
              <a:buSzPts val="1200"/>
              <a:buNone/>
            </a:pPr>
            <a:r>
              <a:rPr lang="en-US" sz="1200"/>
              <a:t>  const collection = db.collection("students");</a:t>
            </a:r>
            <a:endParaRPr sz="1200"/>
          </a:p>
          <a:p>
            <a:pPr indent="0" lvl="0" marL="0" rtl="0" algn="l">
              <a:lnSpc>
                <a:spcPct val="90000"/>
              </a:lnSpc>
              <a:spcBef>
                <a:spcPts val="1000"/>
              </a:spcBef>
              <a:spcAft>
                <a:spcPts val="0"/>
              </a:spcAft>
              <a:buClr>
                <a:schemeClr val="lt1"/>
              </a:buClr>
              <a:buSzPts val="1200"/>
              <a:buNone/>
            </a:pPr>
            <a:r>
              <a:rPr lang="en-US" sz="1200"/>
              <a:t>  // Insert Data</a:t>
            </a:r>
            <a:endParaRPr/>
          </a:p>
          <a:p>
            <a:pPr indent="0" lvl="0" marL="0" rtl="0" algn="l">
              <a:lnSpc>
                <a:spcPct val="90000"/>
              </a:lnSpc>
              <a:spcBef>
                <a:spcPts val="1000"/>
              </a:spcBef>
              <a:spcAft>
                <a:spcPts val="0"/>
              </a:spcAft>
              <a:buClr>
                <a:schemeClr val="lt1"/>
              </a:buClr>
              <a:buSzPts val="1200"/>
              <a:buNone/>
            </a:pPr>
            <a:r>
              <a:rPr lang="en-US" sz="1200"/>
              <a:t>  await collection.insertOne({</a:t>
            </a:r>
            <a:endParaRPr/>
          </a:p>
          <a:p>
            <a:pPr indent="0" lvl="0" marL="0" rtl="0" algn="l">
              <a:lnSpc>
                <a:spcPct val="90000"/>
              </a:lnSpc>
              <a:spcBef>
                <a:spcPts val="1000"/>
              </a:spcBef>
              <a:spcAft>
                <a:spcPts val="0"/>
              </a:spcAft>
              <a:buClr>
                <a:schemeClr val="lt1"/>
              </a:buClr>
              <a:buSzPts val="1200"/>
              <a:buNone/>
            </a:pPr>
            <a:r>
              <a:rPr lang="en-US" sz="1200"/>
              <a:t>    name: "Amit",</a:t>
            </a:r>
            <a:endParaRPr/>
          </a:p>
          <a:p>
            <a:pPr indent="0" lvl="0" marL="0" rtl="0" algn="l">
              <a:lnSpc>
                <a:spcPct val="90000"/>
              </a:lnSpc>
              <a:spcBef>
                <a:spcPts val="1000"/>
              </a:spcBef>
              <a:spcAft>
                <a:spcPts val="0"/>
              </a:spcAft>
              <a:buClr>
                <a:schemeClr val="lt1"/>
              </a:buClr>
              <a:buSzPts val="1200"/>
              <a:buNone/>
            </a:pPr>
            <a:r>
              <a:rPr lang="en-US" sz="1200"/>
              <a:t>    age: 22,</a:t>
            </a:r>
            <a:endParaRPr/>
          </a:p>
          <a:p>
            <a:pPr indent="0" lvl="0" marL="0" rtl="0" algn="l">
              <a:lnSpc>
                <a:spcPct val="90000"/>
              </a:lnSpc>
              <a:spcBef>
                <a:spcPts val="1000"/>
              </a:spcBef>
              <a:spcAft>
                <a:spcPts val="0"/>
              </a:spcAft>
              <a:buClr>
                <a:schemeClr val="lt1"/>
              </a:buClr>
              <a:buSzPts val="1200"/>
              <a:buNone/>
            </a:pPr>
            <a:r>
              <a:rPr lang="en-US" sz="1200"/>
              <a:t>    course: "BCA"</a:t>
            </a:r>
            <a:endParaRPr/>
          </a:p>
          <a:p>
            <a:pPr indent="0" lvl="0" marL="0" rtl="0" algn="l">
              <a:lnSpc>
                <a:spcPct val="90000"/>
              </a:lnSpc>
              <a:spcBef>
                <a:spcPts val="1000"/>
              </a:spcBef>
              <a:spcAft>
                <a:spcPts val="0"/>
              </a:spcAft>
              <a:buClr>
                <a:schemeClr val="lt1"/>
              </a:buClr>
              <a:buSzPts val="1200"/>
              <a:buNone/>
            </a:pPr>
            <a:r>
              <a:rPr lang="en-US" sz="1200"/>
              <a:t>  });</a:t>
            </a:r>
            <a:endParaRPr sz="1200"/>
          </a:p>
          <a:p>
            <a:pPr indent="0" lvl="0" marL="0" rtl="0" algn="l">
              <a:lnSpc>
                <a:spcPct val="90000"/>
              </a:lnSpc>
              <a:spcBef>
                <a:spcPts val="1000"/>
              </a:spcBef>
              <a:spcAft>
                <a:spcPts val="0"/>
              </a:spcAft>
              <a:buClr>
                <a:schemeClr val="lt1"/>
              </a:buClr>
              <a:buSzPts val="1200"/>
              <a:buNone/>
            </a:pPr>
            <a:r>
              <a:rPr lang="en-US" sz="1200"/>
              <a:t>  // Retrieve Data</a:t>
            </a:r>
            <a:endParaRPr/>
          </a:p>
          <a:p>
            <a:pPr indent="0" lvl="0" marL="0" rtl="0" algn="l">
              <a:lnSpc>
                <a:spcPct val="90000"/>
              </a:lnSpc>
              <a:spcBef>
                <a:spcPts val="1000"/>
              </a:spcBef>
              <a:spcAft>
                <a:spcPts val="0"/>
              </a:spcAft>
              <a:buClr>
                <a:schemeClr val="lt1"/>
              </a:buClr>
              <a:buSzPts val="1200"/>
              <a:buNone/>
            </a:pPr>
            <a:r>
              <a:rPr lang="en-US" sz="1200"/>
              <a:t>  const students = await collection.find({}).toArray();</a:t>
            </a:r>
            <a:endParaRPr/>
          </a:p>
          <a:p>
            <a:pPr indent="0" lvl="0" marL="0" rtl="0" algn="l">
              <a:lnSpc>
                <a:spcPct val="90000"/>
              </a:lnSpc>
              <a:spcBef>
                <a:spcPts val="1000"/>
              </a:spcBef>
              <a:spcAft>
                <a:spcPts val="0"/>
              </a:spcAft>
              <a:buClr>
                <a:schemeClr val="lt1"/>
              </a:buClr>
              <a:buSzPts val="1200"/>
              <a:buNone/>
            </a:pPr>
            <a:r>
              <a:rPr lang="en-US" sz="1200"/>
              <a:t>  console.log(students);}</a:t>
            </a:r>
            <a:endParaRPr sz="1200"/>
          </a:p>
          <a:p>
            <a:pPr indent="0" lvl="0" marL="0" rtl="0" algn="l">
              <a:lnSpc>
                <a:spcPct val="90000"/>
              </a:lnSpc>
              <a:spcBef>
                <a:spcPts val="1000"/>
              </a:spcBef>
              <a:spcAft>
                <a:spcPts val="0"/>
              </a:spcAft>
              <a:buClr>
                <a:schemeClr val="lt1"/>
              </a:buClr>
              <a:buSzPts val="1200"/>
              <a:buNone/>
            </a:pPr>
            <a:r>
              <a:rPr lang="en-US" sz="1200"/>
              <a:t>main();</a:t>
            </a:r>
            <a:endParaRPr/>
          </a:p>
        </p:txBody>
      </p:sp>
      <p:sp>
        <p:nvSpPr>
          <p:cNvPr id="381" name="Google Shape;381;p51"/>
          <p:cNvSpPr txBox="1"/>
          <p:nvPr/>
        </p:nvSpPr>
        <p:spPr>
          <a:xfrm flipH="1">
            <a:off x="4728753" y="1942011"/>
            <a:ext cx="7271655"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Output :</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Terminal output:</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	Connected to MongoDB[ { name: 'Amit', age: 22, course: 'BCA' }]  </a:t>
            </a:r>
            <a:endParaRPr sz="1800">
              <a:solidFill>
                <a:schemeClr val="lt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2"/>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Handling</a:t>
            </a:r>
            <a:br>
              <a:rPr lang="en-US"/>
            </a:br>
            <a:r>
              <a:rPr lang="en-US"/>
              <a:t>SQL databases from NodeJS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1. Introduction</a:t>
            </a:r>
            <a:endParaRPr/>
          </a:p>
        </p:txBody>
      </p:sp>
      <p:sp>
        <p:nvSpPr>
          <p:cNvPr id="392" name="Google Shape;392;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b="1" lang="en-US"/>
              <a:t>Node.js</a:t>
            </a:r>
            <a:r>
              <a:rPr lang="en-US"/>
              <a:t> is a JavaScript runtime used to build server-side applications.</a:t>
            </a:r>
            <a:br>
              <a:rPr lang="en-US"/>
            </a:br>
            <a:r>
              <a:rPr lang="en-US"/>
              <a:t>An </a:t>
            </a:r>
            <a:r>
              <a:rPr b="1" lang="en-US"/>
              <a:t>SQL database</a:t>
            </a:r>
            <a:r>
              <a:rPr lang="en-US"/>
              <a:t> stores data in structured tables using </a:t>
            </a:r>
            <a:r>
              <a:rPr b="1" lang="en-US"/>
              <a:t>Structured Query Language (SQL)</a:t>
            </a:r>
            <a:r>
              <a:rPr lang="en-US"/>
              <a:t>.</a:t>
            </a:r>
            <a:endParaRPr/>
          </a:p>
          <a:p>
            <a:pPr indent="-228600" lvl="0" marL="228600" rtl="0" algn="l">
              <a:lnSpc>
                <a:spcPct val="90000"/>
              </a:lnSpc>
              <a:spcBef>
                <a:spcPts val="1000"/>
              </a:spcBef>
              <a:spcAft>
                <a:spcPts val="0"/>
              </a:spcAft>
              <a:buClr>
                <a:schemeClr val="lt1"/>
              </a:buClr>
              <a:buSzPts val="2800"/>
              <a:buChar char="•"/>
            </a:pPr>
            <a:r>
              <a:rPr lang="en-US"/>
              <a:t>Common SQL databases used with NodeJS include:</a:t>
            </a:r>
            <a:endParaRPr/>
          </a:p>
          <a:p>
            <a:pPr indent="-228600" lvl="1" marL="685800" rtl="0" algn="l">
              <a:lnSpc>
                <a:spcPct val="90000"/>
              </a:lnSpc>
              <a:spcBef>
                <a:spcPts val="500"/>
              </a:spcBef>
              <a:spcAft>
                <a:spcPts val="0"/>
              </a:spcAft>
              <a:buClr>
                <a:schemeClr val="lt1"/>
              </a:buClr>
              <a:buSzPts val="2400"/>
              <a:buChar char="•"/>
            </a:pPr>
            <a:r>
              <a:rPr b="1" lang="en-US"/>
              <a:t>MySQL</a:t>
            </a:r>
            <a:endParaRPr/>
          </a:p>
          <a:p>
            <a:pPr indent="-228600" lvl="1" marL="685800" rtl="0" algn="l">
              <a:lnSpc>
                <a:spcPct val="90000"/>
              </a:lnSpc>
              <a:spcBef>
                <a:spcPts val="500"/>
              </a:spcBef>
              <a:spcAft>
                <a:spcPts val="0"/>
              </a:spcAft>
              <a:buClr>
                <a:schemeClr val="lt1"/>
              </a:buClr>
              <a:buSzPts val="2400"/>
              <a:buChar char="•"/>
            </a:pPr>
            <a:r>
              <a:rPr b="1" lang="en-US"/>
              <a:t>PostgreSQL</a:t>
            </a:r>
            <a:endParaRPr/>
          </a:p>
          <a:p>
            <a:pPr indent="-228600" lvl="1" marL="685800" rtl="0" algn="l">
              <a:lnSpc>
                <a:spcPct val="90000"/>
              </a:lnSpc>
              <a:spcBef>
                <a:spcPts val="500"/>
              </a:spcBef>
              <a:spcAft>
                <a:spcPts val="0"/>
              </a:spcAft>
              <a:buClr>
                <a:schemeClr val="lt1"/>
              </a:buClr>
              <a:buSzPts val="2400"/>
              <a:buChar char="•"/>
            </a:pPr>
            <a:r>
              <a:rPr b="1" lang="en-US"/>
              <a:t>SQLite</a:t>
            </a:r>
            <a:endParaRPr/>
          </a:p>
          <a:p>
            <a:pPr indent="-228600" lvl="1" marL="685800" rtl="0" algn="l">
              <a:lnSpc>
                <a:spcPct val="90000"/>
              </a:lnSpc>
              <a:spcBef>
                <a:spcPts val="500"/>
              </a:spcBef>
              <a:spcAft>
                <a:spcPts val="0"/>
              </a:spcAft>
              <a:buClr>
                <a:schemeClr val="lt1"/>
              </a:buClr>
              <a:buSzPts val="2400"/>
              <a:buChar char="•"/>
            </a:pPr>
            <a:r>
              <a:rPr b="1" lang="en-US"/>
              <a:t>Microsoft SQL Server</a:t>
            </a:r>
            <a:endParaRPr/>
          </a:p>
          <a:p>
            <a:pPr indent="-228600" lvl="0" marL="228600" rtl="0" algn="l">
              <a:lnSpc>
                <a:spcPct val="90000"/>
              </a:lnSpc>
              <a:spcBef>
                <a:spcPts val="1000"/>
              </a:spcBef>
              <a:spcAft>
                <a:spcPts val="0"/>
              </a:spcAft>
              <a:buClr>
                <a:schemeClr val="lt1"/>
              </a:buClr>
              <a:buSzPts val="2800"/>
              <a:buChar char="•"/>
            </a:pPr>
            <a:r>
              <a:rPr lang="en-US"/>
              <a:t>NodeJS interacts with SQL databases using </a:t>
            </a:r>
            <a:r>
              <a:rPr b="1" lang="en-US"/>
              <a:t>database drivers or libraries</a:t>
            </a:r>
            <a:r>
              <a:rPr lang="en-US"/>
              <a:t> that allow executing SQL queries from JavaScript.</a:t>
            </a:r>
            <a:endParaRPr/>
          </a:p>
          <a:p>
            <a:pPr indent="0" lvl="0" marL="0" rtl="0" algn="l">
              <a:lnSpc>
                <a:spcPct val="90000"/>
              </a:lnSpc>
              <a:spcBef>
                <a:spcPts val="1000"/>
              </a:spcBef>
              <a:spcAft>
                <a:spcPts val="0"/>
              </a:spcAft>
              <a:buClr>
                <a:schemeClr val="lt1"/>
              </a:buClr>
              <a:buSzPts val="28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2. Steps to Handle SQL Database in NodeJS</a:t>
            </a:r>
            <a:endParaRPr b="1"/>
          </a:p>
        </p:txBody>
      </p:sp>
      <p:sp>
        <p:nvSpPr>
          <p:cNvPr id="398" name="Google Shape;398;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lt1"/>
              </a:buClr>
              <a:buSzPts val="2800"/>
              <a:buNone/>
            </a:pPr>
            <a:r>
              <a:rPr b="1" lang="en-US"/>
              <a:t>Step 1 – Install Database Package</a:t>
            </a:r>
            <a:endParaRPr/>
          </a:p>
          <a:p>
            <a:pPr indent="-228600" lvl="0" marL="228600" rtl="0" algn="l">
              <a:lnSpc>
                <a:spcPct val="90000"/>
              </a:lnSpc>
              <a:spcBef>
                <a:spcPts val="1000"/>
              </a:spcBef>
              <a:spcAft>
                <a:spcPts val="0"/>
              </a:spcAft>
              <a:buClr>
                <a:schemeClr val="lt1"/>
              </a:buClr>
              <a:buSzPts val="2800"/>
              <a:buChar char="•"/>
            </a:pPr>
            <a:r>
              <a:rPr lang="en-US"/>
              <a:t>To work with </a:t>
            </a:r>
            <a:r>
              <a:rPr b="1" lang="en-US"/>
              <a:t>MySQL</a:t>
            </a:r>
            <a:r>
              <a:rPr lang="en-US"/>
              <a:t>, install the MySQL package.</a:t>
            </a:r>
            <a:endParaRPr/>
          </a:p>
          <a:p>
            <a:pPr indent="-228600" lvl="1" marL="685800" rtl="0" algn="l">
              <a:lnSpc>
                <a:spcPct val="90000"/>
              </a:lnSpc>
              <a:spcBef>
                <a:spcPts val="500"/>
              </a:spcBef>
              <a:spcAft>
                <a:spcPts val="0"/>
              </a:spcAft>
              <a:buClr>
                <a:schemeClr val="lt1"/>
              </a:buClr>
              <a:buSzPts val="2400"/>
              <a:buChar char="•"/>
            </a:pPr>
            <a:r>
              <a:rPr lang="en-US"/>
              <a:t>npm install mysql</a:t>
            </a:r>
            <a:endParaRPr/>
          </a:p>
          <a:p>
            <a:pPr indent="-228600" lvl="0" marL="228600" rtl="0" algn="l">
              <a:lnSpc>
                <a:spcPct val="90000"/>
              </a:lnSpc>
              <a:spcBef>
                <a:spcPts val="1000"/>
              </a:spcBef>
              <a:spcAft>
                <a:spcPts val="0"/>
              </a:spcAft>
              <a:buClr>
                <a:schemeClr val="lt1"/>
              </a:buClr>
              <a:buSzPts val="2800"/>
              <a:buChar char="•"/>
            </a:pPr>
            <a:r>
              <a:rPr lang="en-US"/>
              <a:t>This package allows NodeJS to connect and communicate with the MySQL database server.</a:t>
            </a:r>
            <a:endParaRPr/>
          </a:p>
          <a:p>
            <a:pPr indent="-50800" lvl="0" marL="228600" rtl="0" algn="l">
              <a:lnSpc>
                <a:spcPct val="90000"/>
              </a:lnSpc>
              <a:spcBef>
                <a:spcPts val="1000"/>
              </a:spcBef>
              <a:spcAft>
                <a:spcPts val="0"/>
              </a:spcAft>
              <a:buClr>
                <a:schemeClr val="lt1"/>
              </a:buClr>
              <a:buSzPts val="2800"/>
              <a:buNone/>
            </a:pPr>
            <a:r>
              <a:t/>
            </a:r>
            <a:endParaRPr/>
          </a:p>
          <a:p>
            <a:pPr indent="0" lvl="0" marL="0" rtl="0" algn="l">
              <a:lnSpc>
                <a:spcPct val="90000"/>
              </a:lnSpc>
              <a:spcBef>
                <a:spcPts val="1000"/>
              </a:spcBef>
              <a:spcAft>
                <a:spcPts val="0"/>
              </a:spcAft>
              <a:buClr>
                <a:schemeClr val="lt1"/>
              </a:buClr>
              <a:buSzPts val="2800"/>
              <a:buNone/>
            </a:pPr>
            <a:r>
              <a:rPr b="1" lang="en-US"/>
              <a:t>Step 2 – Import MySQL Module</a:t>
            </a:r>
            <a:endParaRPr/>
          </a:p>
          <a:p>
            <a:pPr indent="-228600" lvl="0" marL="228600" rtl="0" algn="l">
              <a:lnSpc>
                <a:spcPct val="90000"/>
              </a:lnSpc>
              <a:spcBef>
                <a:spcPts val="1000"/>
              </a:spcBef>
              <a:spcAft>
                <a:spcPts val="0"/>
              </a:spcAft>
              <a:buClr>
                <a:schemeClr val="lt1"/>
              </a:buClr>
              <a:buSzPts val="2800"/>
              <a:buChar char="•"/>
            </a:pPr>
            <a:r>
              <a:rPr lang="en-US"/>
              <a:t>Create a NodeJS file (example: app.js) and import the module.</a:t>
            </a:r>
            <a:endParaRPr/>
          </a:p>
          <a:p>
            <a:pPr indent="-228600" lvl="1" marL="685800" rtl="0" algn="l">
              <a:lnSpc>
                <a:spcPct val="90000"/>
              </a:lnSpc>
              <a:spcBef>
                <a:spcPts val="500"/>
              </a:spcBef>
              <a:spcAft>
                <a:spcPts val="0"/>
              </a:spcAft>
              <a:buClr>
                <a:schemeClr val="lt1"/>
              </a:buClr>
              <a:buSzPts val="2400"/>
              <a:buChar char="•"/>
            </a:pPr>
            <a:r>
              <a:rPr lang="en-US"/>
              <a:t>const mysql = require('mysql');</a:t>
            </a:r>
            <a:endParaRPr/>
          </a:p>
          <a:p>
            <a:pPr indent="-228600" lvl="0" marL="228600" rtl="0" algn="l">
              <a:lnSpc>
                <a:spcPct val="90000"/>
              </a:lnSpc>
              <a:spcBef>
                <a:spcPts val="1000"/>
              </a:spcBef>
              <a:spcAft>
                <a:spcPts val="0"/>
              </a:spcAft>
              <a:buClr>
                <a:schemeClr val="lt1"/>
              </a:buClr>
              <a:buSzPts val="2800"/>
              <a:buChar char="•"/>
            </a:pPr>
            <a:r>
              <a:rPr lang="en-US"/>
              <a:t>This loads the MySQL driver into the application.</a:t>
            </a:r>
            <a:endParaRPr/>
          </a:p>
          <a:p>
            <a:pPr indent="0" lvl="0" marL="0" rtl="0" algn="l">
              <a:lnSpc>
                <a:spcPct val="90000"/>
              </a:lnSpc>
              <a:spcBef>
                <a:spcPts val="1000"/>
              </a:spcBef>
              <a:spcAft>
                <a:spcPts val="0"/>
              </a:spcAft>
              <a:buClr>
                <a:schemeClr val="lt1"/>
              </a:buClr>
              <a:buSzPts val="28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5"/>
          <p:cNvSpPr txBox="1"/>
          <p:nvPr>
            <p:ph idx="1" type="body"/>
          </p:nvPr>
        </p:nvSpPr>
        <p:spPr>
          <a:xfrm>
            <a:off x="513806" y="383176"/>
            <a:ext cx="11277600" cy="607858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b="1" lang="en-US"/>
              <a:t>Step 3 – Create Database Connection</a:t>
            </a:r>
            <a:endParaRPr/>
          </a:p>
          <a:p>
            <a:pPr indent="-228600" lvl="0" marL="228600" rtl="0" algn="l">
              <a:lnSpc>
                <a:spcPct val="90000"/>
              </a:lnSpc>
              <a:spcBef>
                <a:spcPts val="1000"/>
              </a:spcBef>
              <a:spcAft>
                <a:spcPts val="0"/>
              </a:spcAft>
              <a:buClr>
                <a:schemeClr val="lt1"/>
              </a:buClr>
              <a:buSzPts val="2800"/>
              <a:buChar char="•"/>
            </a:pPr>
            <a:r>
              <a:rPr b="1" lang="en-US"/>
              <a:t>Create a connection object with database details.</a:t>
            </a:r>
            <a:endParaRPr/>
          </a:p>
          <a:p>
            <a:pPr indent="0" lvl="1" marL="457200" rtl="0" algn="l">
              <a:lnSpc>
                <a:spcPct val="90000"/>
              </a:lnSpc>
              <a:spcBef>
                <a:spcPts val="500"/>
              </a:spcBef>
              <a:spcAft>
                <a:spcPts val="0"/>
              </a:spcAft>
              <a:buClr>
                <a:schemeClr val="lt1"/>
              </a:buClr>
              <a:buSzPts val="2400"/>
              <a:buNone/>
            </a:pPr>
            <a:r>
              <a:rPr b="1" lang="en-US"/>
              <a:t>const connection = mysql.createConnection({</a:t>
            </a:r>
            <a:endParaRPr/>
          </a:p>
          <a:p>
            <a:pPr indent="0" lvl="1" marL="457200" rtl="0" algn="l">
              <a:lnSpc>
                <a:spcPct val="90000"/>
              </a:lnSpc>
              <a:spcBef>
                <a:spcPts val="500"/>
              </a:spcBef>
              <a:spcAft>
                <a:spcPts val="0"/>
              </a:spcAft>
              <a:buClr>
                <a:schemeClr val="lt1"/>
              </a:buClr>
              <a:buSzPts val="2400"/>
              <a:buNone/>
            </a:pPr>
            <a:r>
              <a:rPr b="1" lang="en-US"/>
              <a:t>  host: "localhost",</a:t>
            </a:r>
            <a:endParaRPr/>
          </a:p>
          <a:p>
            <a:pPr indent="0" lvl="1" marL="457200" rtl="0" algn="l">
              <a:lnSpc>
                <a:spcPct val="90000"/>
              </a:lnSpc>
              <a:spcBef>
                <a:spcPts val="500"/>
              </a:spcBef>
              <a:spcAft>
                <a:spcPts val="0"/>
              </a:spcAft>
              <a:buClr>
                <a:schemeClr val="lt1"/>
              </a:buClr>
              <a:buSzPts val="2400"/>
              <a:buNone/>
            </a:pPr>
            <a:r>
              <a:rPr b="1" lang="en-US"/>
              <a:t>  user: "root",</a:t>
            </a:r>
            <a:endParaRPr/>
          </a:p>
          <a:p>
            <a:pPr indent="0" lvl="1" marL="457200" rtl="0" algn="l">
              <a:lnSpc>
                <a:spcPct val="90000"/>
              </a:lnSpc>
              <a:spcBef>
                <a:spcPts val="500"/>
              </a:spcBef>
              <a:spcAft>
                <a:spcPts val="0"/>
              </a:spcAft>
              <a:buClr>
                <a:schemeClr val="lt1"/>
              </a:buClr>
              <a:buSzPts val="2400"/>
              <a:buNone/>
            </a:pPr>
            <a:r>
              <a:rPr b="1" lang="en-US"/>
              <a:t>  password: "",</a:t>
            </a:r>
            <a:endParaRPr/>
          </a:p>
          <a:p>
            <a:pPr indent="0" lvl="1" marL="457200" rtl="0" algn="l">
              <a:lnSpc>
                <a:spcPct val="90000"/>
              </a:lnSpc>
              <a:spcBef>
                <a:spcPts val="500"/>
              </a:spcBef>
              <a:spcAft>
                <a:spcPts val="0"/>
              </a:spcAft>
              <a:buClr>
                <a:schemeClr val="lt1"/>
              </a:buClr>
              <a:buSzPts val="2400"/>
              <a:buNone/>
            </a:pPr>
            <a:r>
              <a:rPr b="1" lang="en-US"/>
              <a:t>  database: "studentdb"</a:t>
            </a:r>
            <a:endParaRPr/>
          </a:p>
          <a:p>
            <a:pPr indent="0" lvl="1" marL="457200" rtl="0" algn="l">
              <a:lnSpc>
                <a:spcPct val="90000"/>
              </a:lnSpc>
              <a:spcBef>
                <a:spcPts val="500"/>
              </a:spcBef>
              <a:spcAft>
                <a:spcPts val="0"/>
              </a:spcAft>
              <a:buClr>
                <a:schemeClr val="lt1"/>
              </a:buClr>
              <a:buSzPts val="2400"/>
              <a:buNone/>
            </a:pPr>
            <a:r>
              <a:rPr b="1" lang="en-US"/>
              <a:t>});</a:t>
            </a:r>
            <a:endParaRPr/>
          </a:p>
          <a:p>
            <a:pPr indent="-76200" lvl="1" marL="685800" rtl="0" algn="l">
              <a:lnSpc>
                <a:spcPct val="90000"/>
              </a:lnSpc>
              <a:spcBef>
                <a:spcPts val="500"/>
              </a:spcBef>
              <a:spcAft>
                <a:spcPts val="0"/>
              </a:spcAft>
              <a:buClr>
                <a:schemeClr val="lt1"/>
              </a:buClr>
              <a:buSzPts val="2400"/>
              <a:buNone/>
            </a:pPr>
            <a:r>
              <a:t/>
            </a:r>
            <a:endParaRPr b="1"/>
          </a:p>
          <a:p>
            <a:pPr indent="-76200" lvl="1" marL="685800" rtl="0" algn="l">
              <a:lnSpc>
                <a:spcPct val="90000"/>
              </a:lnSpc>
              <a:spcBef>
                <a:spcPts val="500"/>
              </a:spcBef>
              <a:spcAft>
                <a:spcPts val="0"/>
              </a:spcAft>
              <a:buClr>
                <a:schemeClr val="lt1"/>
              </a:buClr>
              <a:buSzPts val="2400"/>
              <a:buNone/>
            </a:pPr>
            <a:r>
              <a:t/>
            </a:r>
            <a:endParaRPr b="1"/>
          </a:p>
        </p:txBody>
      </p:sp>
      <p:graphicFrame>
        <p:nvGraphicFramePr>
          <p:cNvPr id="404" name="Google Shape;404;p55"/>
          <p:cNvGraphicFramePr/>
          <p:nvPr/>
        </p:nvGraphicFramePr>
        <p:xfrm>
          <a:off x="894806" y="4184174"/>
          <a:ext cx="3000000" cy="3000000"/>
        </p:xfrm>
        <a:graphic>
          <a:graphicData uri="http://schemas.openxmlformats.org/drawingml/2006/table">
            <a:tbl>
              <a:tblPr>
                <a:noFill/>
                <a:tableStyleId>{BA9145A9-24C7-4589-A7C5-3B1FB2BEE7CA}</a:tableStyleId>
              </a:tblPr>
              <a:tblGrid>
                <a:gridCol w="1224725"/>
                <a:gridCol w="5257800"/>
              </a:tblGrid>
              <a:tr h="228600">
                <a:tc>
                  <a:txBody>
                    <a:bodyPr/>
                    <a:lstStyle/>
                    <a:p>
                      <a:pPr indent="0" lvl="0" marL="0" marR="0" rtl="0" algn="ctr">
                        <a:spcBef>
                          <a:spcPts val="0"/>
                        </a:spcBef>
                        <a:spcAft>
                          <a:spcPts val="0"/>
                        </a:spcAft>
                        <a:buNone/>
                      </a:pPr>
                      <a:r>
                        <a:rPr b="1" lang="en-US" sz="1800"/>
                        <a:t>Parameter</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800"/>
                        <a:t>Description</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host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Database server location</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user</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Database username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password</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Database password</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database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Database name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6"/>
          <p:cNvSpPr txBox="1"/>
          <p:nvPr>
            <p:ph idx="1" type="body"/>
          </p:nvPr>
        </p:nvSpPr>
        <p:spPr>
          <a:xfrm>
            <a:off x="513806" y="383176"/>
            <a:ext cx="11277600" cy="607858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lt1"/>
              </a:buClr>
              <a:buSzPct val="100000"/>
              <a:buNone/>
            </a:pPr>
            <a:r>
              <a:rPr b="1" lang="en-US"/>
              <a:t>Step 4 – Connect to Database</a:t>
            </a:r>
            <a:endParaRPr/>
          </a:p>
          <a:p>
            <a:pPr indent="-228600" lvl="0" marL="228600" rtl="0" algn="l">
              <a:lnSpc>
                <a:spcPct val="90000"/>
              </a:lnSpc>
              <a:spcBef>
                <a:spcPts val="1000"/>
              </a:spcBef>
              <a:spcAft>
                <a:spcPts val="0"/>
              </a:spcAft>
              <a:buClr>
                <a:schemeClr val="lt1"/>
              </a:buClr>
              <a:buSzPct val="100000"/>
              <a:buChar char="•"/>
            </a:pPr>
            <a:r>
              <a:rPr b="1" lang="en-US"/>
              <a:t>Establish the connection.</a:t>
            </a:r>
            <a:endParaRPr/>
          </a:p>
          <a:p>
            <a:pPr indent="0" lvl="1" marL="457200" rtl="0" algn="l">
              <a:lnSpc>
                <a:spcPct val="90000"/>
              </a:lnSpc>
              <a:spcBef>
                <a:spcPts val="500"/>
              </a:spcBef>
              <a:spcAft>
                <a:spcPts val="0"/>
              </a:spcAft>
              <a:buClr>
                <a:schemeClr val="lt1"/>
              </a:buClr>
              <a:buSzPct val="100000"/>
              <a:buNone/>
            </a:pPr>
            <a:r>
              <a:rPr b="1" lang="en-US"/>
              <a:t>connection.connect(function(err) {</a:t>
            </a:r>
            <a:endParaRPr/>
          </a:p>
          <a:p>
            <a:pPr indent="0" lvl="1" marL="457200" rtl="0" algn="l">
              <a:lnSpc>
                <a:spcPct val="90000"/>
              </a:lnSpc>
              <a:spcBef>
                <a:spcPts val="500"/>
              </a:spcBef>
              <a:spcAft>
                <a:spcPts val="0"/>
              </a:spcAft>
              <a:buClr>
                <a:schemeClr val="lt1"/>
              </a:buClr>
              <a:buSzPct val="100000"/>
              <a:buNone/>
            </a:pPr>
            <a:r>
              <a:rPr b="1" lang="en-US"/>
              <a:t>  if (err) throw err;</a:t>
            </a:r>
            <a:endParaRPr/>
          </a:p>
          <a:p>
            <a:pPr indent="0" lvl="1" marL="457200" rtl="0" algn="l">
              <a:lnSpc>
                <a:spcPct val="90000"/>
              </a:lnSpc>
              <a:spcBef>
                <a:spcPts val="500"/>
              </a:spcBef>
              <a:spcAft>
                <a:spcPts val="0"/>
              </a:spcAft>
              <a:buClr>
                <a:schemeClr val="lt1"/>
              </a:buClr>
              <a:buSzPct val="100000"/>
              <a:buNone/>
            </a:pPr>
            <a:r>
              <a:rPr b="1" lang="en-US"/>
              <a:t>  console.log("Connected to MySQL Database");</a:t>
            </a:r>
            <a:endParaRPr/>
          </a:p>
          <a:p>
            <a:pPr indent="0" lvl="1" marL="457200" rtl="0" algn="l">
              <a:lnSpc>
                <a:spcPct val="90000"/>
              </a:lnSpc>
              <a:spcBef>
                <a:spcPts val="500"/>
              </a:spcBef>
              <a:spcAft>
                <a:spcPts val="0"/>
              </a:spcAft>
              <a:buClr>
                <a:schemeClr val="lt1"/>
              </a:buClr>
              <a:buSzPct val="100000"/>
              <a:buNone/>
            </a:pPr>
            <a:r>
              <a:rPr b="1" lang="en-US"/>
              <a:t>});</a:t>
            </a:r>
            <a:endParaRPr/>
          </a:p>
          <a:p>
            <a:pPr indent="-228600" lvl="0" marL="228600" rtl="0" algn="l">
              <a:lnSpc>
                <a:spcPct val="90000"/>
              </a:lnSpc>
              <a:spcBef>
                <a:spcPts val="1000"/>
              </a:spcBef>
              <a:spcAft>
                <a:spcPts val="0"/>
              </a:spcAft>
              <a:buClr>
                <a:schemeClr val="lt1"/>
              </a:buClr>
              <a:buSzPct val="100000"/>
              <a:buChar char="•"/>
            </a:pPr>
            <a:r>
              <a:rPr b="1" lang="en-US"/>
              <a:t>Output:</a:t>
            </a:r>
            <a:endParaRPr/>
          </a:p>
          <a:p>
            <a:pPr indent="-228600" lvl="1" marL="685800" rtl="0" algn="l">
              <a:lnSpc>
                <a:spcPct val="90000"/>
              </a:lnSpc>
              <a:spcBef>
                <a:spcPts val="500"/>
              </a:spcBef>
              <a:spcAft>
                <a:spcPts val="0"/>
              </a:spcAft>
              <a:buClr>
                <a:schemeClr val="lt1"/>
              </a:buClr>
              <a:buSzPct val="100000"/>
              <a:buChar char="•"/>
            </a:pPr>
            <a:r>
              <a:rPr b="1" lang="en-US"/>
              <a:t>Connected to MySQL Database</a:t>
            </a:r>
            <a:endParaRPr/>
          </a:p>
          <a:p>
            <a:pPr indent="0" lvl="0" marL="0" rtl="0" algn="l">
              <a:lnSpc>
                <a:spcPct val="90000"/>
              </a:lnSpc>
              <a:spcBef>
                <a:spcPts val="1000"/>
              </a:spcBef>
              <a:spcAft>
                <a:spcPts val="0"/>
              </a:spcAft>
              <a:buClr>
                <a:schemeClr val="lt1"/>
              </a:buClr>
              <a:buSzPct val="100000"/>
              <a:buNone/>
            </a:pPr>
            <a:r>
              <a:t/>
            </a:r>
            <a:endParaRPr b="1"/>
          </a:p>
          <a:p>
            <a:pPr indent="0" lvl="0" marL="0" rtl="0" algn="l">
              <a:lnSpc>
                <a:spcPct val="90000"/>
              </a:lnSpc>
              <a:spcBef>
                <a:spcPts val="1000"/>
              </a:spcBef>
              <a:spcAft>
                <a:spcPts val="0"/>
              </a:spcAft>
              <a:buClr>
                <a:schemeClr val="lt1"/>
              </a:buClr>
              <a:buSzPct val="100000"/>
              <a:buNone/>
            </a:pPr>
            <a:r>
              <a:rPr b="1" lang="en-US"/>
              <a:t>Step 5 – Insert Data into SQL Database</a:t>
            </a:r>
            <a:endParaRPr/>
          </a:p>
          <a:p>
            <a:pPr indent="-228600" lvl="0" marL="228600" rtl="0" algn="l">
              <a:lnSpc>
                <a:spcPct val="90000"/>
              </a:lnSpc>
              <a:spcBef>
                <a:spcPts val="1000"/>
              </a:spcBef>
              <a:spcAft>
                <a:spcPts val="0"/>
              </a:spcAft>
              <a:buClr>
                <a:schemeClr val="lt1"/>
              </a:buClr>
              <a:buSzPct val="100000"/>
              <a:buChar char="•"/>
            </a:pPr>
            <a:r>
              <a:rPr b="1" lang="en-US"/>
              <a:t>Use SQL INSERT query to add data.</a:t>
            </a:r>
            <a:endParaRPr/>
          </a:p>
          <a:p>
            <a:pPr indent="0" lvl="1" marL="457200" rtl="0" algn="l">
              <a:lnSpc>
                <a:spcPct val="90000"/>
              </a:lnSpc>
              <a:spcBef>
                <a:spcPts val="500"/>
              </a:spcBef>
              <a:spcAft>
                <a:spcPts val="0"/>
              </a:spcAft>
              <a:buClr>
                <a:schemeClr val="lt1"/>
              </a:buClr>
              <a:buSzPct val="100000"/>
              <a:buNone/>
            </a:pPr>
            <a:r>
              <a:rPr b="1" lang="en-US"/>
              <a:t>const sql = "INSERT INTO students (name, age, course) VALUES ('Rahul', 21, 'BCA')";</a:t>
            </a:r>
            <a:endParaRPr b="1"/>
          </a:p>
          <a:p>
            <a:pPr indent="0" lvl="1" marL="457200" rtl="0" algn="l">
              <a:lnSpc>
                <a:spcPct val="90000"/>
              </a:lnSpc>
              <a:spcBef>
                <a:spcPts val="500"/>
              </a:spcBef>
              <a:spcAft>
                <a:spcPts val="0"/>
              </a:spcAft>
              <a:buClr>
                <a:schemeClr val="lt1"/>
              </a:buClr>
              <a:buSzPct val="100000"/>
              <a:buNone/>
            </a:pPr>
            <a:r>
              <a:rPr b="1" lang="en-US"/>
              <a:t>connection.query(sql, function(err, result) {</a:t>
            </a:r>
            <a:endParaRPr/>
          </a:p>
          <a:p>
            <a:pPr indent="0" lvl="1" marL="457200" rtl="0" algn="l">
              <a:lnSpc>
                <a:spcPct val="90000"/>
              </a:lnSpc>
              <a:spcBef>
                <a:spcPts val="500"/>
              </a:spcBef>
              <a:spcAft>
                <a:spcPts val="0"/>
              </a:spcAft>
              <a:buClr>
                <a:schemeClr val="lt1"/>
              </a:buClr>
              <a:buSzPct val="100000"/>
              <a:buNone/>
            </a:pPr>
            <a:r>
              <a:rPr b="1" lang="en-US"/>
              <a:t>  if (err) throw err;</a:t>
            </a:r>
            <a:endParaRPr/>
          </a:p>
          <a:p>
            <a:pPr indent="0" lvl="1" marL="457200" rtl="0" algn="l">
              <a:lnSpc>
                <a:spcPct val="90000"/>
              </a:lnSpc>
              <a:spcBef>
                <a:spcPts val="500"/>
              </a:spcBef>
              <a:spcAft>
                <a:spcPts val="0"/>
              </a:spcAft>
              <a:buClr>
                <a:schemeClr val="lt1"/>
              </a:buClr>
              <a:buSzPct val="100000"/>
              <a:buNone/>
            </a:pPr>
            <a:r>
              <a:rPr b="1" lang="en-US"/>
              <a:t>  console.log("Data inserted successfully");</a:t>
            </a:r>
            <a:endParaRPr/>
          </a:p>
          <a:p>
            <a:pPr indent="0" lvl="1" marL="457200" rtl="0" algn="l">
              <a:lnSpc>
                <a:spcPct val="90000"/>
              </a:lnSpc>
              <a:spcBef>
                <a:spcPts val="500"/>
              </a:spcBef>
              <a:spcAft>
                <a:spcPts val="0"/>
              </a:spcAft>
              <a:buClr>
                <a:schemeClr val="lt1"/>
              </a:buClr>
              <a:buSzPct val="100000"/>
              <a:buNone/>
            </a:pPr>
            <a:r>
              <a:rPr b="1" lang="en-US"/>
              <a:t>});</a:t>
            </a:r>
            <a:endParaRPr/>
          </a:p>
          <a:p>
            <a:pPr indent="-228600" lvl="0" marL="228600" rtl="0" algn="l">
              <a:lnSpc>
                <a:spcPct val="90000"/>
              </a:lnSpc>
              <a:spcBef>
                <a:spcPts val="1000"/>
              </a:spcBef>
              <a:spcAft>
                <a:spcPts val="0"/>
              </a:spcAft>
              <a:buClr>
                <a:schemeClr val="lt1"/>
              </a:buClr>
              <a:buSzPct val="100000"/>
              <a:buChar char="•"/>
            </a:pPr>
            <a:r>
              <a:rPr lang="en-US"/>
              <a:t>This inserts a new record into the </a:t>
            </a:r>
            <a:r>
              <a:rPr b="1" lang="en-US"/>
              <a:t>students table</a:t>
            </a:r>
            <a:r>
              <a:rPr lang="en-US"/>
              <a:t>.</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7"/>
          <p:cNvSpPr txBox="1"/>
          <p:nvPr>
            <p:ph idx="1" type="body"/>
          </p:nvPr>
        </p:nvSpPr>
        <p:spPr>
          <a:xfrm>
            <a:off x="513806" y="383176"/>
            <a:ext cx="11277600" cy="607858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lt1"/>
              </a:buClr>
              <a:buSzPct val="100000"/>
              <a:buNone/>
            </a:pPr>
            <a:r>
              <a:rPr b="1" lang="en-US"/>
              <a:t>Step 6 – Retrieve Data from SQL Database</a:t>
            </a:r>
            <a:endParaRPr/>
          </a:p>
          <a:p>
            <a:pPr indent="-228600" lvl="0" marL="228600" rtl="0" algn="l">
              <a:lnSpc>
                <a:spcPct val="90000"/>
              </a:lnSpc>
              <a:spcBef>
                <a:spcPts val="1000"/>
              </a:spcBef>
              <a:spcAft>
                <a:spcPts val="0"/>
              </a:spcAft>
              <a:buClr>
                <a:schemeClr val="lt1"/>
              </a:buClr>
              <a:buSzPct val="100000"/>
              <a:buChar char="•"/>
            </a:pPr>
            <a:r>
              <a:rPr b="1" lang="en-US"/>
              <a:t>Use SQL SELECT query to fetch data.</a:t>
            </a:r>
            <a:endParaRPr/>
          </a:p>
          <a:p>
            <a:pPr indent="0" lvl="1" marL="457200" rtl="0" algn="l">
              <a:lnSpc>
                <a:spcPct val="90000"/>
              </a:lnSpc>
              <a:spcBef>
                <a:spcPts val="500"/>
              </a:spcBef>
              <a:spcAft>
                <a:spcPts val="0"/>
              </a:spcAft>
              <a:buClr>
                <a:schemeClr val="lt1"/>
              </a:buClr>
              <a:buSzPct val="100000"/>
              <a:buNone/>
            </a:pPr>
            <a:r>
              <a:rPr b="1" lang="en-US"/>
              <a:t>connection.query("SELECT * FROM students", function(err, result) {</a:t>
            </a:r>
            <a:endParaRPr/>
          </a:p>
          <a:p>
            <a:pPr indent="0" lvl="1" marL="457200" rtl="0" algn="l">
              <a:lnSpc>
                <a:spcPct val="90000"/>
              </a:lnSpc>
              <a:spcBef>
                <a:spcPts val="500"/>
              </a:spcBef>
              <a:spcAft>
                <a:spcPts val="0"/>
              </a:spcAft>
              <a:buClr>
                <a:schemeClr val="lt1"/>
              </a:buClr>
              <a:buSzPct val="100000"/>
              <a:buNone/>
            </a:pPr>
            <a:r>
              <a:rPr b="1" lang="en-US"/>
              <a:t>  if (err) throw err;</a:t>
            </a:r>
            <a:endParaRPr/>
          </a:p>
          <a:p>
            <a:pPr indent="0" lvl="1" marL="457200" rtl="0" algn="l">
              <a:lnSpc>
                <a:spcPct val="90000"/>
              </a:lnSpc>
              <a:spcBef>
                <a:spcPts val="500"/>
              </a:spcBef>
              <a:spcAft>
                <a:spcPts val="0"/>
              </a:spcAft>
              <a:buClr>
                <a:schemeClr val="lt1"/>
              </a:buClr>
              <a:buSzPct val="100000"/>
              <a:buNone/>
            </a:pPr>
            <a:r>
              <a:rPr b="1" lang="en-US"/>
              <a:t>  console.log(result);</a:t>
            </a:r>
            <a:endParaRPr/>
          </a:p>
          <a:p>
            <a:pPr indent="0" lvl="1" marL="457200" rtl="0" algn="l">
              <a:lnSpc>
                <a:spcPct val="90000"/>
              </a:lnSpc>
              <a:spcBef>
                <a:spcPts val="500"/>
              </a:spcBef>
              <a:spcAft>
                <a:spcPts val="0"/>
              </a:spcAft>
              <a:buClr>
                <a:schemeClr val="lt1"/>
              </a:buClr>
              <a:buSzPct val="100000"/>
              <a:buNone/>
            </a:pPr>
            <a:r>
              <a:rPr b="1" lang="en-US"/>
              <a:t>});</a:t>
            </a:r>
            <a:endParaRPr/>
          </a:p>
          <a:p>
            <a:pPr indent="-228600" lvl="0" marL="228600" rtl="0" algn="l">
              <a:lnSpc>
                <a:spcPct val="90000"/>
              </a:lnSpc>
              <a:spcBef>
                <a:spcPts val="1000"/>
              </a:spcBef>
              <a:spcAft>
                <a:spcPts val="0"/>
              </a:spcAft>
              <a:buClr>
                <a:schemeClr val="lt1"/>
              </a:buClr>
              <a:buSzPct val="100000"/>
              <a:buChar char="•"/>
            </a:pPr>
            <a:r>
              <a:rPr b="1" lang="en-US"/>
              <a:t>Example Output:</a:t>
            </a:r>
            <a:endParaRPr/>
          </a:p>
          <a:p>
            <a:pPr indent="0" lvl="1" marL="457200" rtl="0" algn="l">
              <a:lnSpc>
                <a:spcPct val="90000"/>
              </a:lnSpc>
              <a:spcBef>
                <a:spcPts val="500"/>
              </a:spcBef>
              <a:spcAft>
                <a:spcPts val="0"/>
              </a:spcAft>
              <a:buClr>
                <a:schemeClr val="lt1"/>
              </a:buClr>
              <a:buSzPct val="100000"/>
              <a:buNone/>
            </a:pPr>
            <a:r>
              <a:rPr b="1" lang="en-US"/>
              <a:t>[</a:t>
            </a:r>
            <a:endParaRPr/>
          </a:p>
          <a:p>
            <a:pPr indent="0" lvl="1" marL="457200" rtl="0" algn="l">
              <a:lnSpc>
                <a:spcPct val="90000"/>
              </a:lnSpc>
              <a:spcBef>
                <a:spcPts val="500"/>
              </a:spcBef>
              <a:spcAft>
                <a:spcPts val="0"/>
              </a:spcAft>
              <a:buClr>
                <a:schemeClr val="lt1"/>
              </a:buClr>
              <a:buSzPct val="100000"/>
              <a:buNone/>
            </a:pPr>
            <a:r>
              <a:rPr b="1" lang="en-US"/>
              <a:t> { id: 1, name: 'Rahul', age: 21, course: 'BCA' }</a:t>
            </a:r>
            <a:endParaRPr/>
          </a:p>
          <a:p>
            <a:pPr indent="0" lvl="1" marL="457200" rtl="0" algn="l">
              <a:lnSpc>
                <a:spcPct val="90000"/>
              </a:lnSpc>
              <a:spcBef>
                <a:spcPts val="500"/>
              </a:spcBef>
              <a:spcAft>
                <a:spcPts val="0"/>
              </a:spcAft>
              <a:buClr>
                <a:schemeClr val="lt1"/>
              </a:buClr>
              <a:buSzPct val="100000"/>
              <a:buNone/>
            </a:pPr>
            <a:r>
              <a:rPr b="1" lang="en-US"/>
              <a:t>]</a:t>
            </a:r>
            <a:endParaRPr/>
          </a:p>
          <a:p>
            <a:pPr indent="0" lvl="1" marL="457200" rtl="0" algn="l">
              <a:lnSpc>
                <a:spcPct val="90000"/>
              </a:lnSpc>
              <a:spcBef>
                <a:spcPts val="500"/>
              </a:spcBef>
              <a:spcAft>
                <a:spcPts val="0"/>
              </a:spcAft>
              <a:buClr>
                <a:schemeClr val="lt1"/>
              </a:buClr>
              <a:buSzPct val="100000"/>
              <a:buNone/>
            </a:pPr>
            <a:r>
              <a:t/>
            </a:r>
            <a:endParaRPr b="1"/>
          </a:p>
          <a:p>
            <a:pPr indent="0" lvl="0" marL="0" rtl="0" algn="l">
              <a:lnSpc>
                <a:spcPct val="90000"/>
              </a:lnSpc>
              <a:spcBef>
                <a:spcPts val="1000"/>
              </a:spcBef>
              <a:spcAft>
                <a:spcPts val="0"/>
              </a:spcAft>
              <a:buClr>
                <a:schemeClr val="lt1"/>
              </a:buClr>
              <a:buSzPct val="100000"/>
              <a:buNone/>
            </a:pPr>
            <a:r>
              <a:rPr b="1" lang="en-US"/>
              <a:t>Step 7 – Update Data</a:t>
            </a:r>
            <a:endParaRPr/>
          </a:p>
          <a:p>
            <a:pPr indent="-228600" lvl="0" marL="228600" rtl="0" algn="l">
              <a:lnSpc>
                <a:spcPct val="90000"/>
              </a:lnSpc>
              <a:spcBef>
                <a:spcPts val="1000"/>
              </a:spcBef>
              <a:spcAft>
                <a:spcPts val="0"/>
              </a:spcAft>
              <a:buClr>
                <a:schemeClr val="lt1"/>
              </a:buClr>
              <a:buSzPct val="100000"/>
              <a:buChar char="•"/>
            </a:pPr>
            <a:r>
              <a:rPr b="1" lang="en-US"/>
              <a:t>Use SQL UPDATE query.</a:t>
            </a:r>
            <a:endParaRPr/>
          </a:p>
          <a:p>
            <a:pPr indent="0" lvl="1" marL="457200" rtl="0" algn="l">
              <a:lnSpc>
                <a:spcPct val="90000"/>
              </a:lnSpc>
              <a:spcBef>
                <a:spcPts val="500"/>
              </a:spcBef>
              <a:spcAft>
                <a:spcPts val="0"/>
              </a:spcAft>
              <a:buClr>
                <a:schemeClr val="lt1"/>
              </a:buClr>
              <a:buSzPct val="100000"/>
              <a:buNone/>
            </a:pPr>
            <a:r>
              <a:rPr lang="en-US"/>
              <a:t>const sql = "UPDATE students SET age = 22 WHERE name = 'Rahul'";</a:t>
            </a:r>
            <a:endParaRPr/>
          </a:p>
          <a:p>
            <a:pPr indent="0" lvl="1" marL="457200" rtl="0" algn="l">
              <a:lnSpc>
                <a:spcPct val="90000"/>
              </a:lnSpc>
              <a:spcBef>
                <a:spcPts val="500"/>
              </a:spcBef>
              <a:spcAft>
                <a:spcPts val="0"/>
              </a:spcAft>
              <a:buClr>
                <a:schemeClr val="lt1"/>
              </a:buClr>
              <a:buSzPct val="100000"/>
              <a:buNone/>
            </a:pPr>
            <a:r>
              <a:t/>
            </a:r>
            <a:endParaRPr/>
          </a:p>
          <a:p>
            <a:pPr indent="0" lvl="1" marL="457200" rtl="0" algn="l">
              <a:lnSpc>
                <a:spcPct val="90000"/>
              </a:lnSpc>
              <a:spcBef>
                <a:spcPts val="500"/>
              </a:spcBef>
              <a:spcAft>
                <a:spcPts val="0"/>
              </a:spcAft>
              <a:buClr>
                <a:schemeClr val="lt1"/>
              </a:buClr>
              <a:buSzPct val="100000"/>
              <a:buNone/>
            </a:pPr>
            <a:r>
              <a:rPr lang="en-US"/>
              <a:t>connection.query(sql, function(err, result) {</a:t>
            </a:r>
            <a:endParaRPr/>
          </a:p>
          <a:p>
            <a:pPr indent="0" lvl="1" marL="457200" rtl="0" algn="l">
              <a:lnSpc>
                <a:spcPct val="90000"/>
              </a:lnSpc>
              <a:spcBef>
                <a:spcPts val="500"/>
              </a:spcBef>
              <a:spcAft>
                <a:spcPts val="0"/>
              </a:spcAft>
              <a:buClr>
                <a:schemeClr val="lt1"/>
              </a:buClr>
              <a:buSzPct val="100000"/>
              <a:buNone/>
            </a:pPr>
            <a:r>
              <a:rPr lang="en-US"/>
              <a:t>  if (err) throw err;</a:t>
            </a:r>
            <a:endParaRPr/>
          </a:p>
          <a:p>
            <a:pPr indent="0" lvl="1" marL="457200" rtl="0" algn="l">
              <a:lnSpc>
                <a:spcPct val="90000"/>
              </a:lnSpc>
              <a:spcBef>
                <a:spcPts val="500"/>
              </a:spcBef>
              <a:spcAft>
                <a:spcPts val="0"/>
              </a:spcAft>
              <a:buClr>
                <a:schemeClr val="lt1"/>
              </a:buClr>
              <a:buSzPct val="100000"/>
              <a:buNone/>
            </a:pPr>
            <a:r>
              <a:rPr lang="en-US"/>
              <a:t>  console.log("Record updated");</a:t>
            </a:r>
            <a:endParaRPr/>
          </a:p>
          <a:p>
            <a:pPr indent="0" lvl="1" marL="457200" rtl="0" algn="l">
              <a:lnSpc>
                <a:spcPct val="90000"/>
              </a:lnSpc>
              <a:spcBef>
                <a:spcPts val="500"/>
              </a:spcBef>
              <a:spcAft>
                <a:spcPts val="0"/>
              </a:spcAft>
              <a:buClr>
                <a:schemeClr val="lt1"/>
              </a:buClr>
              <a:buSzPct val="100000"/>
              <a:buNone/>
            </a:pPr>
            <a:r>
              <a:rPr lang="en-US"/>
              <a:t>});</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8"/>
          <p:cNvSpPr txBox="1"/>
          <p:nvPr>
            <p:ph idx="1" type="body"/>
          </p:nvPr>
        </p:nvSpPr>
        <p:spPr>
          <a:xfrm>
            <a:off x="513806" y="383176"/>
            <a:ext cx="11277600" cy="607858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b="1" lang="en-US"/>
              <a:t>Step 8 – Delete Data</a:t>
            </a:r>
            <a:endParaRPr/>
          </a:p>
          <a:p>
            <a:pPr indent="-228600" lvl="0" marL="228600" rtl="0" algn="l">
              <a:lnSpc>
                <a:spcPct val="90000"/>
              </a:lnSpc>
              <a:spcBef>
                <a:spcPts val="1000"/>
              </a:spcBef>
              <a:spcAft>
                <a:spcPts val="0"/>
              </a:spcAft>
              <a:buClr>
                <a:schemeClr val="lt1"/>
              </a:buClr>
              <a:buSzPts val="2800"/>
              <a:buChar char="•"/>
            </a:pPr>
            <a:r>
              <a:rPr b="1" lang="en-US"/>
              <a:t>Use SQL DELETE query.</a:t>
            </a:r>
            <a:endParaRPr/>
          </a:p>
          <a:p>
            <a:pPr indent="0" lvl="1" marL="457200" rtl="0" algn="l">
              <a:lnSpc>
                <a:spcPct val="90000"/>
              </a:lnSpc>
              <a:spcBef>
                <a:spcPts val="500"/>
              </a:spcBef>
              <a:spcAft>
                <a:spcPts val="0"/>
              </a:spcAft>
              <a:buClr>
                <a:schemeClr val="lt1"/>
              </a:buClr>
              <a:buSzPts val="2400"/>
              <a:buNone/>
            </a:pPr>
            <a:r>
              <a:rPr lang="en-US"/>
              <a:t>const sql = "DELETE FROM students WHERE name = 'Rahul'";</a:t>
            </a:r>
            <a:endParaRPr/>
          </a:p>
          <a:p>
            <a:pPr indent="0" lvl="1" marL="457200" rtl="0" algn="l">
              <a:lnSpc>
                <a:spcPct val="90000"/>
              </a:lnSpc>
              <a:spcBef>
                <a:spcPts val="500"/>
              </a:spcBef>
              <a:spcAft>
                <a:spcPts val="0"/>
              </a:spcAft>
              <a:buClr>
                <a:schemeClr val="lt1"/>
              </a:buClr>
              <a:buSzPts val="2400"/>
              <a:buNone/>
            </a:pPr>
            <a:r>
              <a:rPr lang="en-US"/>
              <a:t>connection.query(sql, function(err, result) {</a:t>
            </a:r>
            <a:endParaRPr/>
          </a:p>
          <a:p>
            <a:pPr indent="0" lvl="1" marL="457200" rtl="0" algn="l">
              <a:lnSpc>
                <a:spcPct val="90000"/>
              </a:lnSpc>
              <a:spcBef>
                <a:spcPts val="500"/>
              </a:spcBef>
              <a:spcAft>
                <a:spcPts val="0"/>
              </a:spcAft>
              <a:buClr>
                <a:schemeClr val="lt1"/>
              </a:buClr>
              <a:buSzPts val="2400"/>
              <a:buNone/>
            </a:pPr>
            <a:r>
              <a:rPr lang="en-US"/>
              <a:t>  if (err) throw err;</a:t>
            </a:r>
            <a:endParaRPr/>
          </a:p>
          <a:p>
            <a:pPr indent="0" lvl="1" marL="457200" rtl="0" algn="l">
              <a:lnSpc>
                <a:spcPct val="90000"/>
              </a:lnSpc>
              <a:spcBef>
                <a:spcPts val="500"/>
              </a:spcBef>
              <a:spcAft>
                <a:spcPts val="0"/>
              </a:spcAft>
              <a:buClr>
                <a:schemeClr val="lt1"/>
              </a:buClr>
              <a:buSzPts val="2400"/>
              <a:buNone/>
            </a:pPr>
            <a:r>
              <a:rPr lang="en-US"/>
              <a:t>  console.log("Record deleted");</a:t>
            </a:r>
            <a:endParaRPr/>
          </a:p>
          <a:p>
            <a:pPr indent="0" lvl="1" marL="457200" rtl="0" algn="l">
              <a:lnSpc>
                <a:spcPct val="90000"/>
              </a:lnSpc>
              <a:spcBef>
                <a:spcPts val="500"/>
              </a:spcBef>
              <a:spcAft>
                <a:spcPts val="0"/>
              </a:spcAft>
              <a:buClr>
                <a:schemeClr val="lt1"/>
              </a:buClr>
              <a:buSzPts val="2400"/>
              <a:buNone/>
            </a:pPr>
            <a:r>
              <a:rPr lang="en-US"/>
              <a:t>});</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9"/>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Handling Cookies in NodeJS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1. Introduction</a:t>
            </a:r>
            <a:endParaRPr/>
          </a:p>
        </p:txBody>
      </p:sp>
      <p:sp>
        <p:nvSpPr>
          <p:cNvPr id="430" name="Google Shape;430;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b="1" lang="en-US"/>
              <a:t>Node.js</a:t>
            </a:r>
            <a:r>
              <a:rPr lang="en-US"/>
              <a:t> is used to build server-side web applications.</a:t>
            </a:r>
            <a:br>
              <a:rPr lang="en-US"/>
            </a:br>
            <a:r>
              <a:rPr lang="en-US"/>
              <a:t>A </a:t>
            </a:r>
            <a:r>
              <a:rPr b="1" lang="en-US"/>
              <a:t>cookie</a:t>
            </a:r>
            <a:r>
              <a:rPr lang="en-US"/>
              <a:t> is a small piece of data stored in the </a:t>
            </a:r>
            <a:r>
              <a:rPr b="1" lang="en-US"/>
              <a:t>user’s browser</a:t>
            </a:r>
            <a:r>
              <a:rPr lang="en-US"/>
              <a:t> and sent back to the server with every request.</a:t>
            </a:r>
            <a:endParaRPr/>
          </a:p>
          <a:p>
            <a:pPr indent="-228600" lvl="0" marL="228600" rtl="0" algn="l">
              <a:lnSpc>
                <a:spcPct val="90000"/>
              </a:lnSpc>
              <a:spcBef>
                <a:spcPts val="1000"/>
              </a:spcBef>
              <a:spcAft>
                <a:spcPts val="0"/>
              </a:spcAft>
              <a:buClr>
                <a:schemeClr val="lt1"/>
              </a:buClr>
              <a:buSzPts val="2800"/>
              <a:buChar char="•"/>
            </a:pPr>
            <a:r>
              <a:rPr lang="en-US"/>
              <a:t>Cookies are commonly used for:</a:t>
            </a:r>
            <a:endParaRPr/>
          </a:p>
          <a:p>
            <a:pPr indent="-228600" lvl="1" marL="685800" rtl="0" algn="l">
              <a:lnSpc>
                <a:spcPct val="90000"/>
              </a:lnSpc>
              <a:spcBef>
                <a:spcPts val="500"/>
              </a:spcBef>
              <a:spcAft>
                <a:spcPts val="0"/>
              </a:spcAft>
              <a:buClr>
                <a:schemeClr val="lt1"/>
              </a:buClr>
              <a:buSzPts val="2400"/>
              <a:buChar char="•"/>
            </a:pPr>
            <a:r>
              <a:rPr lang="en-US"/>
              <a:t>User authentication</a:t>
            </a:r>
            <a:endParaRPr/>
          </a:p>
          <a:p>
            <a:pPr indent="-228600" lvl="1" marL="685800" rtl="0" algn="l">
              <a:lnSpc>
                <a:spcPct val="90000"/>
              </a:lnSpc>
              <a:spcBef>
                <a:spcPts val="500"/>
              </a:spcBef>
              <a:spcAft>
                <a:spcPts val="0"/>
              </a:spcAft>
              <a:buClr>
                <a:schemeClr val="lt1"/>
              </a:buClr>
              <a:buSzPts val="2400"/>
              <a:buChar char="•"/>
            </a:pPr>
            <a:r>
              <a:rPr lang="en-US"/>
              <a:t>Session management</a:t>
            </a:r>
            <a:endParaRPr/>
          </a:p>
          <a:p>
            <a:pPr indent="-228600" lvl="1" marL="685800" rtl="0" algn="l">
              <a:lnSpc>
                <a:spcPct val="90000"/>
              </a:lnSpc>
              <a:spcBef>
                <a:spcPts val="500"/>
              </a:spcBef>
              <a:spcAft>
                <a:spcPts val="0"/>
              </a:spcAft>
              <a:buClr>
                <a:schemeClr val="lt1"/>
              </a:buClr>
              <a:buSzPts val="2400"/>
              <a:buChar char="•"/>
            </a:pPr>
            <a:r>
              <a:rPr lang="en-US"/>
              <a:t>Saving user preferences</a:t>
            </a:r>
            <a:endParaRPr/>
          </a:p>
          <a:p>
            <a:pPr indent="-228600" lvl="1" marL="685800" rtl="0" algn="l">
              <a:lnSpc>
                <a:spcPct val="90000"/>
              </a:lnSpc>
              <a:spcBef>
                <a:spcPts val="500"/>
              </a:spcBef>
              <a:spcAft>
                <a:spcPts val="0"/>
              </a:spcAft>
              <a:buClr>
                <a:schemeClr val="lt1"/>
              </a:buClr>
              <a:buSzPts val="2400"/>
              <a:buChar char="•"/>
            </a:pPr>
            <a:r>
              <a:rPr lang="en-US"/>
              <a:t>Tracking user activity</a:t>
            </a:r>
            <a:endParaRPr/>
          </a:p>
          <a:p>
            <a:pPr indent="-228600" lvl="0" marL="228600" rtl="0" algn="l">
              <a:lnSpc>
                <a:spcPct val="90000"/>
              </a:lnSpc>
              <a:spcBef>
                <a:spcPts val="1000"/>
              </a:spcBef>
              <a:spcAft>
                <a:spcPts val="0"/>
              </a:spcAft>
              <a:buClr>
                <a:schemeClr val="lt1"/>
              </a:buClr>
              <a:buSzPts val="2800"/>
              <a:buChar char="•"/>
            </a:pPr>
            <a:r>
              <a:rPr lang="en-US"/>
              <a:t>In NodeJS applications (especially with </a:t>
            </a:r>
            <a:r>
              <a:rPr b="1" lang="en-US"/>
              <a:t>Express.js</a:t>
            </a:r>
            <a:r>
              <a:rPr lang="en-US"/>
              <a:t>), cookies are usually handled using the </a:t>
            </a:r>
            <a:r>
              <a:rPr b="1" lang="en-US"/>
              <a:t>cookie-parser</a:t>
            </a:r>
            <a:r>
              <a:rPr lang="en-US"/>
              <a:t> middleware.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2. Diagram – How Cookies Work</a:t>
            </a:r>
            <a:endParaRPr/>
          </a:p>
        </p:txBody>
      </p:sp>
      <p:pic>
        <p:nvPicPr>
          <p:cNvPr descr="https://developer.mozilla.org/shared-assets/images/diagrams/http/cookies/cookie-basic-example.png" id="436" name="Google Shape;436;p61"/>
          <p:cNvPicPr preferRelativeResize="0"/>
          <p:nvPr>
            <p:ph idx="1" type="body"/>
          </p:nvPr>
        </p:nvPicPr>
        <p:blipFill rotWithShape="1">
          <a:blip r:embed="rId3">
            <a:alphaModFix/>
          </a:blip>
          <a:srcRect b="0" l="0" r="0" t="0"/>
          <a:stretch/>
        </p:blipFill>
        <p:spPr>
          <a:xfrm>
            <a:off x="766354" y="1690688"/>
            <a:ext cx="3826484" cy="2539829"/>
          </a:xfrm>
          <a:prstGeom prst="rect">
            <a:avLst/>
          </a:prstGeom>
          <a:noFill/>
          <a:ln>
            <a:noFill/>
          </a:ln>
        </p:spPr>
      </p:pic>
      <p:pic>
        <p:nvPicPr>
          <p:cNvPr id="437" name="Google Shape;437;p61"/>
          <p:cNvPicPr preferRelativeResize="0"/>
          <p:nvPr/>
        </p:nvPicPr>
        <p:blipFill rotWithShape="1">
          <a:blip r:embed="rId4">
            <a:alphaModFix/>
          </a:blip>
          <a:srcRect b="0" l="0" r="0" t="0"/>
          <a:stretch/>
        </p:blipFill>
        <p:spPr>
          <a:xfrm>
            <a:off x="3615621" y="4565264"/>
            <a:ext cx="4381024" cy="2292736"/>
          </a:xfrm>
          <a:prstGeom prst="rect">
            <a:avLst/>
          </a:prstGeom>
          <a:noFill/>
          <a:ln>
            <a:noFill/>
          </a:ln>
        </p:spPr>
      </p:pic>
      <p:pic>
        <p:nvPicPr>
          <p:cNvPr descr="https://miro.medium.com/1%2A7ymgqAZyxZmjh1ggh4Nb6Q.png" id="438" name="Google Shape;438;p61"/>
          <p:cNvPicPr preferRelativeResize="0"/>
          <p:nvPr/>
        </p:nvPicPr>
        <p:blipFill rotWithShape="1">
          <a:blip r:embed="rId5">
            <a:alphaModFix/>
          </a:blip>
          <a:srcRect b="0" l="0" r="0" t="0"/>
          <a:stretch/>
        </p:blipFill>
        <p:spPr>
          <a:xfrm>
            <a:off x="6365966" y="1463358"/>
            <a:ext cx="5528218" cy="303409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Explanation of Diagram</a:t>
            </a:r>
            <a:endParaRPr/>
          </a:p>
        </p:txBody>
      </p:sp>
      <p:sp>
        <p:nvSpPr>
          <p:cNvPr id="444" name="Google Shape;444;p6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The client (browser) sends a request to the server.</a:t>
            </a:r>
            <a:endParaRPr/>
          </a:p>
          <a:p>
            <a:pPr indent="-228600" lvl="0" marL="228600" rtl="0" algn="l">
              <a:lnSpc>
                <a:spcPct val="90000"/>
              </a:lnSpc>
              <a:spcBef>
                <a:spcPts val="1000"/>
              </a:spcBef>
              <a:spcAft>
                <a:spcPts val="0"/>
              </a:spcAft>
              <a:buClr>
                <a:schemeClr val="lt1"/>
              </a:buClr>
              <a:buSzPts val="2800"/>
              <a:buChar char="•"/>
            </a:pPr>
            <a:r>
              <a:rPr lang="en-US"/>
              <a:t>The server processes the request and sends a response with a cookie using the Set-Cookie header.</a:t>
            </a:r>
            <a:endParaRPr/>
          </a:p>
          <a:p>
            <a:pPr indent="-228600" lvl="0" marL="228600" rtl="0" algn="l">
              <a:lnSpc>
                <a:spcPct val="90000"/>
              </a:lnSpc>
              <a:spcBef>
                <a:spcPts val="1000"/>
              </a:spcBef>
              <a:spcAft>
                <a:spcPts val="0"/>
              </a:spcAft>
              <a:buClr>
                <a:schemeClr val="lt1"/>
              </a:buClr>
              <a:buSzPts val="2800"/>
              <a:buChar char="•"/>
            </a:pPr>
            <a:r>
              <a:rPr lang="en-US"/>
              <a:t>The browser stores the cookie locally.</a:t>
            </a:r>
            <a:endParaRPr/>
          </a:p>
          <a:p>
            <a:pPr indent="-228600" lvl="0" marL="228600" rtl="0" algn="l">
              <a:lnSpc>
                <a:spcPct val="90000"/>
              </a:lnSpc>
              <a:spcBef>
                <a:spcPts val="1000"/>
              </a:spcBef>
              <a:spcAft>
                <a:spcPts val="0"/>
              </a:spcAft>
              <a:buClr>
                <a:schemeClr val="lt1"/>
              </a:buClr>
              <a:buSzPts val="2800"/>
              <a:buChar char="•"/>
            </a:pPr>
            <a:r>
              <a:rPr lang="en-US"/>
              <a:t>On the next request, the browser automatically sends the cookie back to the server.</a:t>
            </a:r>
            <a:endParaRPr/>
          </a:p>
          <a:p>
            <a:pPr indent="-228600" lvl="0" marL="228600" rtl="0" algn="l">
              <a:lnSpc>
                <a:spcPct val="90000"/>
              </a:lnSpc>
              <a:spcBef>
                <a:spcPts val="1000"/>
              </a:spcBef>
              <a:spcAft>
                <a:spcPts val="0"/>
              </a:spcAft>
              <a:buClr>
                <a:schemeClr val="lt1"/>
              </a:buClr>
              <a:buSzPts val="2800"/>
              <a:buChar char="•"/>
            </a:pPr>
            <a:r>
              <a:rPr lang="en-US"/>
              <a:t>The server reads the cookie to identify the user or session.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3"/>
          <p:cNvSpPr txBox="1"/>
          <p:nvPr>
            <p:ph idx="1" type="body"/>
          </p:nvPr>
        </p:nvSpPr>
        <p:spPr>
          <a:xfrm>
            <a:off x="574765" y="435428"/>
            <a:ext cx="11059885" cy="6174377"/>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lt1"/>
              </a:buClr>
              <a:buSzPct val="100000"/>
              <a:buNone/>
            </a:pPr>
            <a:r>
              <a:rPr b="1" lang="en-US"/>
              <a:t>3. Installing Required Package</a:t>
            </a:r>
            <a:endParaRPr/>
          </a:p>
          <a:p>
            <a:pPr indent="-228600" lvl="1" marL="685800" rtl="0" algn="l">
              <a:lnSpc>
                <a:spcPct val="90000"/>
              </a:lnSpc>
              <a:spcBef>
                <a:spcPts val="500"/>
              </a:spcBef>
              <a:spcAft>
                <a:spcPts val="0"/>
              </a:spcAft>
              <a:buClr>
                <a:schemeClr val="lt1"/>
              </a:buClr>
              <a:buSzPct val="100000"/>
              <a:buChar char="•"/>
            </a:pPr>
            <a:r>
              <a:rPr b="1" lang="en-US"/>
              <a:t>To handle cookies in NodeJS, install the cookie-parser package.</a:t>
            </a:r>
            <a:endParaRPr/>
          </a:p>
          <a:p>
            <a:pPr indent="-228600" lvl="2" marL="1143000" rtl="0" algn="l">
              <a:lnSpc>
                <a:spcPct val="90000"/>
              </a:lnSpc>
              <a:spcBef>
                <a:spcPts val="500"/>
              </a:spcBef>
              <a:spcAft>
                <a:spcPts val="0"/>
              </a:spcAft>
              <a:buClr>
                <a:schemeClr val="lt1"/>
              </a:buClr>
              <a:buSzPct val="100000"/>
              <a:buChar char="•"/>
            </a:pPr>
            <a:r>
              <a:rPr b="1" lang="en-US"/>
              <a:t>npm install cookie-parser</a:t>
            </a:r>
            <a:endParaRPr/>
          </a:p>
          <a:p>
            <a:pPr indent="0" lvl="2" marL="914400" rtl="0" algn="l">
              <a:lnSpc>
                <a:spcPct val="90000"/>
              </a:lnSpc>
              <a:spcBef>
                <a:spcPts val="500"/>
              </a:spcBef>
              <a:spcAft>
                <a:spcPts val="0"/>
              </a:spcAft>
              <a:buClr>
                <a:schemeClr val="lt1"/>
              </a:buClr>
              <a:buSzPct val="100000"/>
              <a:buNone/>
            </a:pPr>
            <a:r>
              <a:t/>
            </a:r>
            <a:endParaRPr b="1"/>
          </a:p>
          <a:p>
            <a:pPr indent="0" lvl="0" marL="0" rtl="0" algn="l">
              <a:lnSpc>
                <a:spcPct val="90000"/>
              </a:lnSpc>
              <a:spcBef>
                <a:spcPts val="1000"/>
              </a:spcBef>
              <a:spcAft>
                <a:spcPts val="0"/>
              </a:spcAft>
              <a:buClr>
                <a:schemeClr val="lt1"/>
              </a:buClr>
              <a:buSzPct val="100000"/>
              <a:buNone/>
            </a:pPr>
            <a:r>
              <a:rPr b="1" lang="en-US"/>
              <a:t>4. Basic Steps to Handle Cookies</a:t>
            </a:r>
            <a:endParaRPr/>
          </a:p>
          <a:p>
            <a:pPr indent="-228600" lvl="1" marL="685800" rtl="0" algn="l">
              <a:lnSpc>
                <a:spcPct val="90000"/>
              </a:lnSpc>
              <a:spcBef>
                <a:spcPts val="500"/>
              </a:spcBef>
              <a:spcAft>
                <a:spcPts val="0"/>
              </a:spcAft>
              <a:buClr>
                <a:schemeClr val="lt1"/>
              </a:buClr>
              <a:buSzPct val="100000"/>
              <a:buChar char="•"/>
            </a:pPr>
            <a:r>
              <a:rPr b="1" lang="en-US"/>
              <a:t>Step 1 – Import Required Modules</a:t>
            </a:r>
            <a:endParaRPr/>
          </a:p>
          <a:p>
            <a:pPr indent="-228600" lvl="2" marL="1143000" rtl="0" algn="l">
              <a:lnSpc>
                <a:spcPct val="90000"/>
              </a:lnSpc>
              <a:spcBef>
                <a:spcPts val="500"/>
              </a:spcBef>
              <a:spcAft>
                <a:spcPts val="0"/>
              </a:spcAft>
              <a:buClr>
                <a:schemeClr val="lt1"/>
              </a:buClr>
              <a:buSzPct val="100000"/>
              <a:buChar char="•"/>
            </a:pPr>
            <a:r>
              <a:rPr b="1" lang="en-US"/>
              <a:t>const express = require('express');</a:t>
            </a:r>
            <a:endParaRPr/>
          </a:p>
          <a:p>
            <a:pPr indent="-228600" lvl="2" marL="1143000" rtl="0" algn="l">
              <a:lnSpc>
                <a:spcPct val="90000"/>
              </a:lnSpc>
              <a:spcBef>
                <a:spcPts val="500"/>
              </a:spcBef>
              <a:spcAft>
                <a:spcPts val="0"/>
              </a:spcAft>
              <a:buClr>
                <a:schemeClr val="lt1"/>
              </a:buClr>
              <a:buSzPct val="100000"/>
              <a:buChar char="•"/>
            </a:pPr>
            <a:r>
              <a:rPr b="1" lang="en-US"/>
              <a:t>const cookieParser = require('cookie-parser');</a:t>
            </a:r>
            <a:endParaRPr/>
          </a:p>
          <a:p>
            <a:pPr indent="-228600" lvl="1" marL="685800" rtl="0" algn="l">
              <a:lnSpc>
                <a:spcPct val="90000"/>
              </a:lnSpc>
              <a:spcBef>
                <a:spcPts val="500"/>
              </a:spcBef>
              <a:spcAft>
                <a:spcPts val="0"/>
              </a:spcAft>
              <a:buClr>
                <a:schemeClr val="lt1"/>
              </a:buClr>
              <a:buSzPct val="100000"/>
              <a:buChar char="•"/>
            </a:pPr>
            <a:r>
              <a:rPr b="1" lang="en-US"/>
              <a:t>Step 2 – Initialize Express App</a:t>
            </a:r>
            <a:endParaRPr/>
          </a:p>
          <a:p>
            <a:pPr indent="-228600" lvl="2" marL="1143000" rtl="0" algn="l">
              <a:lnSpc>
                <a:spcPct val="90000"/>
              </a:lnSpc>
              <a:spcBef>
                <a:spcPts val="500"/>
              </a:spcBef>
              <a:spcAft>
                <a:spcPts val="0"/>
              </a:spcAft>
              <a:buClr>
                <a:schemeClr val="lt1"/>
              </a:buClr>
              <a:buSzPct val="100000"/>
              <a:buChar char="•"/>
            </a:pPr>
            <a:r>
              <a:rPr b="1" lang="en-US"/>
              <a:t>const app = express();</a:t>
            </a:r>
            <a:endParaRPr/>
          </a:p>
          <a:p>
            <a:pPr indent="-228600" lvl="2" marL="1143000" rtl="0" algn="l">
              <a:lnSpc>
                <a:spcPct val="90000"/>
              </a:lnSpc>
              <a:spcBef>
                <a:spcPts val="500"/>
              </a:spcBef>
              <a:spcAft>
                <a:spcPts val="0"/>
              </a:spcAft>
              <a:buClr>
                <a:schemeClr val="lt1"/>
              </a:buClr>
              <a:buSzPct val="100000"/>
              <a:buChar char="•"/>
            </a:pPr>
            <a:r>
              <a:rPr b="1" lang="en-US"/>
              <a:t>app.use(cookieParser());</a:t>
            </a:r>
            <a:endParaRPr/>
          </a:p>
          <a:p>
            <a:pPr indent="-228600" lvl="2" marL="1143000" rtl="0" algn="l">
              <a:lnSpc>
                <a:spcPct val="90000"/>
              </a:lnSpc>
              <a:spcBef>
                <a:spcPts val="500"/>
              </a:spcBef>
              <a:spcAft>
                <a:spcPts val="0"/>
              </a:spcAft>
              <a:buClr>
                <a:schemeClr val="lt1"/>
              </a:buClr>
              <a:buSzPct val="100000"/>
              <a:buChar char="•"/>
            </a:pPr>
            <a:r>
              <a:rPr b="1" lang="en-US"/>
              <a:t>cookieParser() middleware reads cookies from requests and makes them available in req.cookies.</a:t>
            </a:r>
            <a:endParaRPr/>
          </a:p>
          <a:p>
            <a:pPr indent="-228600" lvl="1" marL="685800" rtl="0" algn="l">
              <a:lnSpc>
                <a:spcPct val="90000"/>
              </a:lnSpc>
              <a:spcBef>
                <a:spcPts val="500"/>
              </a:spcBef>
              <a:spcAft>
                <a:spcPts val="0"/>
              </a:spcAft>
              <a:buClr>
                <a:schemeClr val="lt1"/>
              </a:buClr>
              <a:buSzPct val="100000"/>
              <a:buChar char="•"/>
            </a:pPr>
            <a:r>
              <a:rPr b="1" lang="en-US"/>
              <a:t>Step 3 – Setting a Cookie</a:t>
            </a:r>
            <a:endParaRPr/>
          </a:p>
          <a:p>
            <a:pPr indent="0" lvl="2" marL="914400" rtl="0" algn="l">
              <a:lnSpc>
                <a:spcPct val="90000"/>
              </a:lnSpc>
              <a:spcBef>
                <a:spcPts val="500"/>
              </a:spcBef>
              <a:spcAft>
                <a:spcPts val="0"/>
              </a:spcAft>
              <a:buClr>
                <a:schemeClr val="lt1"/>
              </a:buClr>
              <a:buSzPct val="100000"/>
              <a:buNone/>
            </a:pPr>
            <a:r>
              <a:rPr b="1" lang="en-US"/>
              <a:t>app.get('/set-cookie', (req, res) =&gt; {</a:t>
            </a:r>
            <a:endParaRPr/>
          </a:p>
          <a:p>
            <a:pPr indent="0" lvl="2" marL="914400" rtl="0" algn="l">
              <a:lnSpc>
                <a:spcPct val="90000"/>
              </a:lnSpc>
              <a:spcBef>
                <a:spcPts val="500"/>
              </a:spcBef>
              <a:spcAft>
                <a:spcPts val="0"/>
              </a:spcAft>
              <a:buClr>
                <a:schemeClr val="lt1"/>
              </a:buClr>
              <a:buSzPct val="100000"/>
              <a:buNone/>
            </a:pPr>
            <a:r>
              <a:rPr b="1" lang="en-US"/>
              <a:t>  res.cookie("username", "John", { maxAge: 900000, httpOnly: true });</a:t>
            </a:r>
            <a:endParaRPr/>
          </a:p>
          <a:p>
            <a:pPr indent="0" lvl="2" marL="914400" rtl="0" algn="l">
              <a:lnSpc>
                <a:spcPct val="90000"/>
              </a:lnSpc>
              <a:spcBef>
                <a:spcPts val="500"/>
              </a:spcBef>
              <a:spcAft>
                <a:spcPts val="0"/>
              </a:spcAft>
              <a:buClr>
                <a:schemeClr val="lt1"/>
              </a:buClr>
              <a:buSzPct val="100000"/>
              <a:buNone/>
            </a:pPr>
            <a:r>
              <a:rPr b="1" lang="en-US"/>
              <a:t>  res.send("Cookie has been set");</a:t>
            </a:r>
            <a:endParaRPr/>
          </a:p>
          <a:p>
            <a:pPr indent="0" lvl="2" marL="914400" rtl="0" algn="l">
              <a:lnSpc>
                <a:spcPct val="90000"/>
              </a:lnSpc>
              <a:spcBef>
                <a:spcPts val="500"/>
              </a:spcBef>
              <a:spcAft>
                <a:spcPts val="0"/>
              </a:spcAft>
              <a:buClr>
                <a:schemeClr val="lt1"/>
              </a:buClr>
              <a:buSzPct val="100000"/>
              <a:buNone/>
            </a:pPr>
            <a:r>
              <a:rPr b="1" lang="en-US"/>
              <a:t>});</a:t>
            </a:r>
            <a:endParaRPr/>
          </a:p>
          <a:p>
            <a:pPr indent="0" lvl="2" marL="914400" rtl="0" algn="l">
              <a:lnSpc>
                <a:spcPct val="90000"/>
              </a:lnSpc>
              <a:spcBef>
                <a:spcPts val="500"/>
              </a:spcBef>
              <a:spcAft>
                <a:spcPts val="0"/>
              </a:spcAft>
              <a:buClr>
                <a:schemeClr val="lt1"/>
              </a:buClr>
              <a:buSzPct val="100000"/>
              <a:buNone/>
            </a:pPr>
            <a:r>
              <a:t/>
            </a:r>
            <a:endParaRPr/>
          </a:p>
          <a:p>
            <a:pPr indent="-228600" lvl="1" marL="685800" rtl="0" algn="l">
              <a:lnSpc>
                <a:spcPct val="90000"/>
              </a:lnSpc>
              <a:spcBef>
                <a:spcPts val="500"/>
              </a:spcBef>
              <a:spcAft>
                <a:spcPts val="0"/>
              </a:spcAft>
              <a:buClr>
                <a:schemeClr val="lt1"/>
              </a:buClr>
              <a:buSzPct val="100000"/>
              <a:buChar char="•"/>
            </a:pPr>
            <a:r>
              <a:rPr lang="en-US"/>
              <a:t>The server sends a </a:t>
            </a:r>
            <a:r>
              <a:rPr b="1" lang="en-US"/>
              <a:t>Set-Cookie header</a:t>
            </a:r>
            <a:r>
              <a:rPr lang="en-US"/>
              <a:t>, which instructs the browser to store the cookie. </a:t>
            </a:r>
            <a:endParaRPr/>
          </a:p>
          <a:p>
            <a:pPr indent="0" lvl="1" marL="457200" rtl="0" algn="l">
              <a:lnSpc>
                <a:spcPct val="90000"/>
              </a:lnSpc>
              <a:spcBef>
                <a:spcPts val="500"/>
              </a:spcBef>
              <a:spcAft>
                <a:spcPts val="0"/>
              </a:spcAft>
              <a:buClr>
                <a:schemeClr val="lt1"/>
              </a:buClr>
              <a:buSzPct val="100000"/>
              <a:buNone/>
            </a:pPr>
            <a:r>
              <a:t/>
            </a:r>
            <a:endParaRPr b="1"/>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4"/>
          <p:cNvSpPr txBox="1"/>
          <p:nvPr>
            <p:ph idx="1" type="body"/>
          </p:nvPr>
        </p:nvSpPr>
        <p:spPr>
          <a:xfrm>
            <a:off x="574765" y="435428"/>
            <a:ext cx="11059885" cy="6174377"/>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lt1"/>
              </a:buClr>
              <a:buSzPts val="2400"/>
              <a:buFont typeface="Arial"/>
              <a:buNone/>
            </a:pPr>
            <a:r>
              <a:rPr b="1" lang="en-US" sz="2400"/>
              <a:t>Step 4 – Reading Cookies</a:t>
            </a:r>
            <a:endParaRPr b="1" sz="2400"/>
          </a:p>
          <a:p>
            <a:pPr indent="0" lvl="1" marL="457200" rtl="0" algn="l">
              <a:lnSpc>
                <a:spcPct val="70000"/>
              </a:lnSpc>
              <a:spcBef>
                <a:spcPts val="500"/>
              </a:spcBef>
              <a:spcAft>
                <a:spcPts val="0"/>
              </a:spcAft>
              <a:buClr>
                <a:schemeClr val="lt1"/>
              </a:buClr>
              <a:buSzPts val="2200"/>
              <a:buFont typeface="Arial"/>
              <a:buNone/>
            </a:pPr>
            <a:r>
              <a:rPr b="1" lang="en-US" sz="2200"/>
              <a:t>app.get('/get-cookie', (req, res) =&gt; {</a:t>
            </a:r>
            <a:endParaRPr/>
          </a:p>
          <a:p>
            <a:pPr indent="0" lvl="1" marL="457200" rtl="0" algn="l">
              <a:lnSpc>
                <a:spcPct val="70000"/>
              </a:lnSpc>
              <a:spcBef>
                <a:spcPts val="500"/>
              </a:spcBef>
              <a:spcAft>
                <a:spcPts val="0"/>
              </a:spcAft>
              <a:buClr>
                <a:schemeClr val="lt1"/>
              </a:buClr>
              <a:buSzPts val="2200"/>
              <a:buFont typeface="Arial"/>
              <a:buNone/>
            </a:pPr>
            <a:r>
              <a:rPr b="1" lang="en-US" sz="2200"/>
              <a:t>  res.send(req.cookies);</a:t>
            </a:r>
            <a:endParaRPr/>
          </a:p>
          <a:p>
            <a:pPr indent="0" lvl="1" marL="457200" rtl="0" algn="l">
              <a:lnSpc>
                <a:spcPct val="70000"/>
              </a:lnSpc>
              <a:spcBef>
                <a:spcPts val="500"/>
              </a:spcBef>
              <a:spcAft>
                <a:spcPts val="0"/>
              </a:spcAft>
              <a:buClr>
                <a:schemeClr val="lt1"/>
              </a:buClr>
              <a:buSzPts val="2200"/>
              <a:buFont typeface="Arial"/>
              <a:buNone/>
            </a:pPr>
            <a:r>
              <a:rPr b="1" lang="en-US" sz="2200"/>
              <a:t>});</a:t>
            </a:r>
            <a:endParaRPr/>
          </a:p>
          <a:p>
            <a:pPr indent="-228600" lvl="1" marL="685800" rtl="0" algn="l">
              <a:lnSpc>
                <a:spcPct val="70000"/>
              </a:lnSpc>
              <a:spcBef>
                <a:spcPts val="500"/>
              </a:spcBef>
              <a:spcAft>
                <a:spcPts val="0"/>
              </a:spcAft>
              <a:buClr>
                <a:schemeClr val="lt1"/>
              </a:buClr>
              <a:buSzPts val="2200"/>
              <a:buChar char="•"/>
            </a:pPr>
            <a:r>
              <a:rPr b="1" lang="en-US" sz="2200"/>
              <a:t>req.cookies contains cookies sent by the browser.</a:t>
            </a:r>
            <a:endParaRPr/>
          </a:p>
          <a:p>
            <a:pPr indent="0" lvl="0" marL="0" rtl="0" algn="l">
              <a:lnSpc>
                <a:spcPct val="70000"/>
              </a:lnSpc>
              <a:spcBef>
                <a:spcPts val="500"/>
              </a:spcBef>
              <a:spcAft>
                <a:spcPts val="0"/>
              </a:spcAft>
              <a:buClr>
                <a:schemeClr val="lt1"/>
              </a:buClr>
              <a:buSzPts val="2200"/>
              <a:buFont typeface="Arial"/>
              <a:buNone/>
            </a:pPr>
            <a:r>
              <a:t/>
            </a:r>
            <a:endParaRPr b="1" sz="2200"/>
          </a:p>
          <a:p>
            <a:pPr indent="0" lvl="0" marL="0" rtl="0" algn="l">
              <a:lnSpc>
                <a:spcPct val="70000"/>
              </a:lnSpc>
              <a:spcBef>
                <a:spcPts val="500"/>
              </a:spcBef>
              <a:spcAft>
                <a:spcPts val="0"/>
              </a:spcAft>
              <a:buClr>
                <a:schemeClr val="lt1"/>
              </a:buClr>
              <a:buSzPts val="2200"/>
              <a:buFont typeface="Arial"/>
              <a:buNone/>
            </a:pPr>
            <a:r>
              <a:rPr b="1" lang="en-US" sz="2200"/>
              <a:t>Step 5 – Deleting Cookies</a:t>
            </a:r>
            <a:endParaRPr/>
          </a:p>
          <a:p>
            <a:pPr indent="0" lvl="1" marL="457200" rtl="0" algn="l">
              <a:lnSpc>
                <a:spcPct val="70000"/>
              </a:lnSpc>
              <a:spcBef>
                <a:spcPts val="500"/>
              </a:spcBef>
              <a:spcAft>
                <a:spcPts val="0"/>
              </a:spcAft>
              <a:buClr>
                <a:schemeClr val="lt1"/>
              </a:buClr>
              <a:buSzPts val="2200"/>
              <a:buFont typeface="Arial"/>
              <a:buNone/>
            </a:pPr>
            <a:r>
              <a:rPr b="1" lang="en-US" sz="2200"/>
              <a:t>app.get('/delete-cookie', (req, res) =&gt; {</a:t>
            </a:r>
            <a:endParaRPr/>
          </a:p>
          <a:p>
            <a:pPr indent="0" lvl="1" marL="457200" rtl="0" algn="l">
              <a:lnSpc>
                <a:spcPct val="70000"/>
              </a:lnSpc>
              <a:spcBef>
                <a:spcPts val="500"/>
              </a:spcBef>
              <a:spcAft>
                <a:spcPts val="0"/>
              </a:spcAft>
              <a:buClr>
                <a:schemeClr val="lt1"/>
              </a:buClr>
              <a:buSzPts val="2200"/>
              <a:buFont typeface="Arial"/>
              <a:buNone/>
            </a:pPr>
            <a:r>
              <a:rPr b="1" lang="en-US" sz="2200"/>
              <a:t>  res.clearCookie("username");</a:t>
            </a:r>
            <a:endParaRPr/>
          </a:p>
          <a:p>
            <a:pPr indent="0" lvl="1" marL="457200" rtl="0" algn="l">
              <a:lnSpc>
                <a:spcPct val="70000"/>
              </a:lnSpc>
              <a:spcBef>
                <a:spcPts val="500"/>
              </a:spcBef>
              <a:spcAft>
                <a:spcPts val="0"/>
              </a:spcAft>
              <a:buClr>
                <a:schemeClr val="lt1"/>
              </a:buClr>
              <a:buSzPts val="2200"/>
              <a:buFont typeface="Arial"/>
              <a:buNone/>
            </a:pPr>
            <a:r>
              <a:rPr b="1" lang="en-US" sz="2200"/>
              <a:t>  res.send("Cookie deleted");</a:t>
            </a:r>
            <a:endParaRPr/>
          </a:p>
          <a:p>
            <a:pPr indent="0" lvl="1" marL="457200" rtl="0" algn="l">
              <a:lnSpc>
                <a:spcPct val="70000"/>
              </a:lnSpc>
              <a:spcBef>
                <a:spcPts val="500"/>
              </a:spcBef>
              <a:spcAft>
                <a:spcPts val="0"/>
              </a:spcAft>
              <a:buClr>
                <a:schemeClr val="lt1"/>
              </a:buClr>
              <a:buSzPts val="2200"/>
              <a:buFont typeface="Arial"/>
              <a:buNone/>
            </a:pPr>
            <a:r>
              <a:rPr b="1" lang="en-US" sz="2200"/>
              <a:t>});</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5. Example Complete Program</a:t>
            </a:r>
            <a:endParaRPr b="1"/>
          </a:p>
        </p:txBody>
      </p:sp>
      <p:sp>
        <p:nvSpPr>
          <p:cNvPr id="460" name="Google Shape;460;p65"/>
          <p:cNvSpPr txBox="1"/>
          <p:nvPr>
            <p:ph idx="1" type="body"/>
          </p:nvPr>
        </p:nvSpPr>
        <p:spPr>
          <a:xfrm>
            <a:off x="716280" y="1419791"/>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800"/>
              <a:buNone/>
            </a:pPr>
            <a:r>
              <a:rPr lang="en-US" sz="1800"/>
              <a:t>const express = require('express');</a:t>
            </a:r>
            <a:endParaRPr/>
          </a:p>
          <a:p>
            <a:pPr indent="0" lvl="0" marL="0" rtl="0" algn="l">
              <a:lnSpc>
                <a:spcPct val="90000"/>
              </a:lnSpc>
              <a:spcBef>
                <a:spcPts val="1000"/>
              </a:spcBef>
              <a:spcAft>
                <a:spcPts val="0"/>
              </a:spcAft>
              <a:buClr>
                <a:schemeClr val="lt1"/>
              </a:buClr>
              <a:buSzPts val="1800"/>
              <a:buNone/>
            </a:pPr>
            <a:r>
              <a:rPr lang="en-US" sz="1800"/>
              <a:t>const cookieParser = require('cookie-parser');</a:t>
            </a:r>
            <a:endParaRPr sz="1800"/>
          </a:p>
          <a:p>
            <a:pPr indent="0" lvl="0" marL="0" rtl="0" algn="l">
              <a:lnSpc>
                <a:spcPct val="90000"/>
              </a:lnSpc>
              <a:spcBef>
                <a:spcPts val="1000"/>
              </a:spcBef>
              <a:spcAft>
                <a:spcPts val="0"/>
              </a:spcAft>
              <a:buClr>
                <a:schemeClr val="lt1"/>
              </a:buClr>
              <a:buSzPts val="1800"/>
              <a:buNone/>
            </a:pPr>
            <a:r>
              <a:rPr lang="en-US" sz="1800"/>
              <a:t>const app = express();</a:t>
            </a:r>
            <a:endParaRPr/>
          </a:p>
          <a:p>
            <a:pPr indent="0" lvl="0" marL="0" rtl="0" algn="l">
              <a:lnSpc>
                <a:spcPct val="90000"/>
              </a:lnSpc>
              <a:spcBef>
                <a:spcPts val="1000"/>
              </a:spcBef>
              <a:spcAft>
                <a:spcPts val="0"/>
              </a:spcAft>
              <a:buClr>
                <a:schemeClr val="lt1"/>
              </a:buClr>
              <a:buSzPts val="1800"/>
              <a:buNone/>
            </a:pPr>
            <a:r>
              <a:rPr lang="en-US" sz="1800"/>
              <a:t>app.use(cookieParser());</a:t>
            </a:r>
            <a:endParaRPr sz="1800"/>
          </a:p>
          <a:p>
            <a:pPr indent="0" lvl="0" marL="0" rtl="0" algn="l">
              <a:lnSpc>
                <a:spcPct val="90000"/>
              </a:lnSpc>
              <a:spcBef>
                <a:spcPts val="1000"/>
              </a:spcBef>
              <a:spcAft>
                <a:spcPts val="0"/>
              </a:spcAft>
              <a:buClr>
                <a:schemeClr val="lt1"/>
              </a:buClr>
              <a:buSzPts val="1800"/>
              <a:buNone/>
            </a:pPr>
            <a:r>
              <a:rPr lang="en-US" sz="1800"/>
              <a:t>// Set cookie</a:t>
            </a:r>
            <a:endParaRPr/>
          </a:p>
          <a:p>
            <a:pPr indent="0" lvl="0" marL="0" rtl="0" algn="l">
              <a:lnSpc>
                <a:spcPct val="90000"/>
              </a:lnSpc>
              <a:spcBef>
                <a:spcPts val="1000"/>
              </a:spcBef>
              <a:spcAft>
                <a:spcPts val="0"/>
              </a:spcAft>
              <a:buClr>
                <a:schemeClr val="lt1"/>
              </a:buClr>
              <a:buSzPts val="1800"/>
              <a:buNone/>
            </a:pPr>
            <a:r>
              <a:rPr lang="en-US" sz="1800"/>
              <a:t>app.get('/set', (req, res) =&gt; {</a:t>
            </a:r>
            <a:endParaRPr/>
          </a:p>
          <a:p>
            <a:pPr indent="0" lvl="0" marL="0" rtl="0" algn="l">
              <a:lnSpc>
                <a:spcPct val="90000"/>
              </a:lnSpc>
              <a:spcBef>
                <a:spcPts val="1000"/>
              </a:spcBef>
              <a:spcAft>
                <a:spcPts val="0"/>
              </a:spcAft>
              <a:buClr>
                <a:schemeClr val="lt1"/>
              </a:buClr>
              <a:buSzPts val="1800"/>
              <a:buNone/>
            </a:pPr>
            <a:r>
              <a:rPr lang="en-US" sz="1800"/>
              <a:t>  res.cookie("user", "Rahul");</a:t>
            </a:r>
            <a:endParaRPr/>
          </a:p>
          <a:p>
            <a:pPr indent="0" lvl="0" marL="0" rtl="0" algn="l">
              <a:lnSpc>
                <a:spcPct val="90000"/>
              </a:lnSpc>
              <a:spcBef>
                <a:spcPts val="1000"/>
              </a:spcBef>
              <a:spcAft>
                <a:spcPts val="0"/>
              </a:spcAft>
              <a:buClr>
                <a:schemeClr val="lt1"/>
              </a:buClr>
              <a:buSzPts val="1800"/>
              <a:buNone/>
            </a:pPr>
            <a:r>
              <a:rPr lang="en-US" sz="1800"/>
              <a:t>  res.send("Cookie Set");</a:t>
            </a:r>
            <a:endParaRPr/>
          </a:p>
          <a:p>
            <a:pPr indent="0" lvl="0" marL="0" rtl="0" algn="l">
              <a:lnSpc>
                <a:spcPct val="90000"/>
              </a:lnSpc>
              <a:spcBef>
                <a:spcPts val="1000"/>
              </a:spcBef>
              <a:spcAft>
                <a:spcPts val="0"/>
              </a:spcAft>
              <a:buClr>
                <a:schemeClr val="lt1"/>
              </a:buClr>
              <a:buSzPts val="1800"/>
              <a:buNone/>
            </a:pPr>
            <a:r>
              <a:rPr lang="en-US" sz="1800"/>
              <a:t>});</a:t>
            </a:r>
            <a:endParaRPr sz="1800"/>
          </a:p>
          <a:p>
            <a:pPr indent="0" lvl="0" marL="0" rtl="0" algn="l">
              <a:lnSpc>
                <a:spcPct val="90000"/>
              </a:lnSpc>
              <a:spcBef>
                <a:spcPts val="1000"/>
              </a:spcBef>
              <a:spcAft>
                <a:spcPts val="0"/>
              </a:spcAft>
              <a:buClr>
                <a:schemeClr val="lt1"/>
              </a:buClr>
              <a:buSzPts val="1800"/>
              <a:buNone/>
            </a:pPr>
            <a:r>
              <a:rPr lang="en-US" sz="1800"/>
              <a:t>// Read cookie</a:t>
            </a:r>
            <a:endParaRPr/>
          </a:p>
          <a:p>
            <a:pPr indent="0" lvl="0" marL="0" rtl="0" algn="l">
              <a:lnSpc>
                <a:spcPct val="90000"/>
              </a:lnSpc>
              <a:spcBef>
                <a:spcPts val="1000"/>
              </a:spcBef>
              <a:spcAft>
                <a:spcPts val="0"/>
              </a:spcAft>
              <a:buClr>
                <a:schemeClr val="lt1"/>
              </a:buClr>
              <a:buSzPts val="1800"/>
              <a:buNone/>
            </a:pPr>
            <a:r>
              <a:rPr lang="en-US" sz="1800"/>
              <a:t>app.get('/read', (req, res) =&gt; {</a:t>
            </a:r>
            <a:endParaRPr/>
          </a:p>
          <a:p>
            <a:pPr indent="0" lvl="0" marL="0" rtl="0" algn="l">
              <a:lnSpc>
                <a:spcPct val="90000"/>
              </a:lnSpc>
              <a:spcBef>
                <a:spcPts val="1000"/>
              </a:spcBef>
              <a:spcAft>
                <a:spcPts val="0"/>
              </a:spcAft>
              <a:buClr>
                <a:schemeClr val="lt1"/>
              </a:buClr>
              <a:buSzPts val="1800"/>
              <a:buNone/>
            </a:pPr>
            <a:r>
              <a:rPr lang="en-US" sz="1800"/>
              <a:t>  res.send(req.cookies);</a:t>
            </a:r>
            <a:endParaRPr/>
          </a:p>
          <a:p>
            <a:pPr indent="0" lvl="0" marL="0" rtl="0" algn="l">
              <a:lnSpc>
                <a:spcPct val="90000"/>
              </a:lnSpc>
              <a:spcBef>
                <a:spcPts val="1000"/>
              </a:spcBef>
              <a:spcAft>
                <a:spcPts val="0"/>
              </a:spcAft>
              <a:buClr>
                <a:schemeClr val="lt1"/>
              </a:buClr>
              <a:buSzPts val="1800"/>
              <a:buNone/>
            </a:pPr>
            <a:r>
              <a:rPr lang="en-US" sz="1800"/>
              <a:t>});</a:t>
            </a:r>
            <a:endParaRPr sz="1800"/>
          </a:p>
        </p:txBody>
      </p:sp>
      <p:sp>
        <p:nvSpPr>
          <p:cNvPr id="461" name="Google Shape;461;p65"/>
          <p:cNvSpPr txBox="1"/>
          <p:nvPr/>
        </p:nvSpPr>
        <p:spPr>
          <a:xfrm>
            <a:off x="5721531" y="1419791"/>
            <a:ext cx="5974080"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 Delete cookie</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app.get('/delete', (req, res) =&gt; {</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  res.clearCookie("user");</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  res.send("Cookie Deleted");</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app.listen(3000, () =&gt; {</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  console.log("Server running on port 3000");</a:t>
            </a:r>
            <a:endParaRPr/>
          </a:p>
          <a:p>
            <a:pPr indent="0" lvl="0" marL="0" marR="0" rtl="0" algn="l">
              <a:spcBef>
                <a:spcPts val="0"/>
              </a:spcBef>
              <a:spcAft>
                <a:spcPts val="0"/>
              </a:spcAft>
              <a:buNone/>
            </a:pPr>
            <a:r>
              <a:rPr lang="en-US" sz="1800">
                <a:solidFill>
                  <a:schemeClr val="lt1"/>
                </a:solidFill>
                <a:latin typeface="Calibri"/>
                <a:ea typeface="Calibri"/>
                <a:cs typeface="Calibri"/>
                <a:sym typeface="Calibri"/>
              </a:rPr>
              <a:t>});</a:t>
            </a:r>
            <a:endParaRPr/>
          </a:p>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6"/>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Handling User Authentication with NodeJS.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1. Introduction</a:t>
            </a:r>
            <a:endParaRPr/>
          </a:p>
        </p:txBody>
      </p:sp>
      <p:sp>
        <p:nvSpPr>
          <p:cNvPr id="472" name="Google Shape;472;p6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b="1" lang="en-US"/>
              <a:t>Node.js</a:t>
            </a:r>
            <a:r>
              <a:rPr lang="en-US"/>
              <a:t> is commonly used to build backend web applications.</a:t>
            </a:r>
            <a:endParaRPr/>
          </a:p>
          <a:p>
            <a:pPr indent="-228600" lvl="0" marL="228600" rtl="0" algn="l">
              <a:lnSpc>
                <a:spcPct val="90000"/>
              </a:lnSpc>
              <a:spcBef>
                <a:spcPts val="1000"/>
              </a:spcBef>
              <a:spcAft>
                <a:spcPts val="0"/>
              </a:spcAft>
              <a:buClr>
                <a:schemeClr val="lt1"/>
              </a:buClr>
              <a:buSzPts val="2800"/>
              <a:buChar char="•"/>
            </a:pPr>
            <a:r>
              <a:rPr b="1" lang="en-US"/>
              <a:t>User authentication</a:t>
            </a:r>
            <a:r>
              <a:rPr lang="en-US"/>
              <a:t> is the process of </a:t>
            </a:r>
            <a:r>
              <a:rPr b="1" lang="en-US"/>
              <a:t>verifying the identity of a user before allowing access to a system or protected resources</a:t>
            </a:r>
            <a:r>
              <a:rPr lang="en-US"/>
              <a:t>.</a:t>
            </a:r>
            <a:endParaRPr/>
          </a:p>
          <a:p>
            <a:pPr indent="-228600" lvl="0" marL="228600" rtl="0" algn="l">
              <a:lnSpc>
                <a:spcPct val="90000"/>
              </a:lnSpc>
              <a:spcBef>
                <a:spcPts val="1000"/>
              </a:spcBef>
              <a:spcAft>
                <a:spcPts val="0"/>
              </a:spcAft>
              <a:buClr>
                <a:schemeClr val="lt1"/>
              </a:buClr>
              <a:buSzPts val="2800"/>
              <a:buChar char="•"/>
            </a:pPr>
            <a:r>
              <a:rPr lang="en-US"/>
              <a:t>Authentication ensures that only </a:t>
            </a:r>
            <a:r>
              <a:rPr b="1" lang="en-US"/>
              <a:t>authorized users</a:t>
            </a:r>
            <a:r>
              <a:rPr lang="en-US"/>
              <a:t> can access certain parts of an application such as dashboards, user accounts, or admin pages.</a:t>
            </a:r>
            <a:endParaRPr/>
          </a:p>
          <a:p>
            <a:pPr indent="-50800" lvl="0" marL="228600" rtl="0" algn="l">
              <a:lnSpc>
                <a:spcPct val="90000"/>
              </a:lnSpc>
              <a:spcBef>
                <a:spcPts val="1000"/>
              </a:spcBef>
              <a:spcAft>
                <a:spcPts val="0"/>
              </a:spcAft>
              <a:buClr>
                <a:schemeClr val="lt1"/>
              </a:buClr>
              <a:buSzPts val="2800"/>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2. Authentication vs Authorization</a:t>
            </a:r>
            <a:endParaRPr/>
          </a:p>
        </p:txBody>
      </p:sp>
      <p:sp>
        <p:nvSpPr>
          <p:cNvPr id="478" name="Google Shape;478;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lt1"/>
              </a:buClr>
              <a:buSzPts val="2800"/>
              <a:buNone/>
            </a:pPr>
            <a:r>
              <a:t/>
            </a:r>
            <a:endParaRPr/>
          </a:p>
          <a:p>
            <a:pPr indent="-50800" lvl="0" marL="228600" rtl="0" algn="l">
              <a:lnSpc>
                <a:spcPct val="90000"/>
              </a:lnSpc>
              <a:spcBef>
                <a:spcPts val="1000"/>
              </a:spcBef>
              <a:spcAft>
                <a:spcPts val="0"/>
              </a:spcAft>
              <a:buClr>
                <a:schemeClr val="lt1"/>
              </a:buClr>
              <a:buSzPts val="2800"/>
              <a:buNone/>
            </a:pPr>
            <a:r>
              <a:t/>
            </a:r>
            <a:endParaRPr/>
          </a:p>
          <a:p>
            <a:pPr indent="-50800" lvl="0" marL="228600" rtl="0" algn="l">
              <a:lnSpc>
                <a:spcPct val="90000"/>
              </a:lnSpc>
              <a:spcBef>
                <a:spcPts val="1000"/>
              </a:spcBef>
              <a:spcAft>
                <a:spcPts val="0"/>
              </a:spcAft>
              <a:buClr>
                <a:schemeClr val="lt1"/>
              </a:buClr>
              <a:buSzPts val="2800"/>
              <a:buNone/>
            </a:pPr>
            <a:r>
              <a:t/>
            </a:r>
            <a:endParaRPr/>
          </a:p>
          <a:p>
            <a:pPr indent="-50800" lvl="0" marL="228600" rtl="0" algn="l">
              <a:lnSpc>
                <a:spcPct val="90000"/>
              </a:lnSpc>
              <a:spcBef>
                <a:spcPts val="1000"/>
              </a:spcBef>
              <a:spcAft>
                <a:spcPts val="0"/>
              </a:spcAft>
              <a:buClr>
                <a:schemeClr val="lt1"/>
              </a:buClr>
              <a:buSzPts val="2800"/>
              <a:buNone/>
            </a:pPr>
            <a:r>
              <a:t/>
            </a:r>
            <a:endParaRPr/>
          </a:p>
          <a:p>
            <a:pPr indent="-228600" lvl="0" marL="228600" rtl="0" algn="l">
              <a:lnSpc>
                <a:spcPct val="90000"/>
              </a:lnSpc>
              <a:spcBef>
                <a:spcPts val="1000"/>
              </a:spcBef>
              <a:spcAft>
                <a:spcPts val="0"/>
              </a:spcAft>
              <a:buClr>
                <a:schemeClr val="lt1"/>
              </a:buClr>
              <a:buSzPts val="2800"/>
              <a:buChar char="•"/>
            </a:pPr>
            <a:r>
              <a:rPr lang="en-US"/>
              <a:t>Example:</a:t>
            </a:r>
            <a:endParaRPr/>
          </a:p>
          <a:p>
            <a:pPr indent="-228600" lvl="1" marL="685800" rtl="0" algn="l">
              <a:lnSpc>
                <a:spcPct val="90000"/>
              </a:lnSpc>
              <a:spcBef>
                <a:spcPts val="500"/>
              </a:spcBef>
              <a:spcAft>
                <a:spcPts val="0"/>
              </a:spcAft>
              <a:buClr>
                <a:schemeClr val="lt1"/>
              </a:buClr>
              <a:buSzPts val="2400"/>
              <a:buChar char="•"/>
            </a:pPr>
            <a:r>
              <a:rPr lang="en-US"/>
              <a:t>Logging in with username/password → </a:t>
            </a:r>
            <a:r>
              <a:rPr b="1" lang="en-US"/>
              <a:t>Authentication</a:t>
            </a:r>
            <a:endParaRPr/>
          </a:p>
          <a:p>
            <a:pPr indent="-228600" lvl="1" marL="685800" rtl="0" algn="l">
              <a:lnSpc>
                <a:spcPct val="90000"/>
              </a:lnSpc>
              <a:spcBef>
                <a:spcPts val="500"/>
              </a:spcBef>
              <a:spcAft>
                <a:spcPts val="0"/>
              </a:spcAft>
              <a:buClr>
                <a:schemeClr val="lt1"/>
              </a:buClr>
              <a:buSzPts val="2400"/>
              <a:buChar char="•"/>
            </a:pPr>
            <a:r>
              <a:rPr lang="en-US"/>
              <a:t>Accessing admin panel → </a:t>
            </a:r>
            <a:r>
              <a:rPr b="1" lang="en-US"/>
              <a:t>Authorization</a:t>
            </a:r>
            <a:endParaRPr/>
          </a:p>
          <a:p>
            <a:pPr indent="-50800" lvl="0" marL="228600" rtl="0" algn="l">
              <a:lnSpc>
                <a:spcPct val="90000"/>
              </a:lnSpc>
              <a:spcBef>
                <a:spcPts val="1000"/>
              </a:spcBef>
              <a:spcAft>
                <a:spcPts val="0"/>
              </a:spcAft>
              <a:buClr>
                <a:schemeClr val="lt1"/>
              </a:buClr>
              <a:buSzPts val="2800"/>
              <a:buNone/>
            </a:pPr>
            <a:r>
              <a:t/>
            </a:r>
            <a:endParaRPr/>
          </a:p>
        </p:txBody>
      </p:sp>
      <p:graphicFrame>
        <p:nvGraphicFramePr>
          <p:cNvPr id="479" name="Google Shape;479;p68"/>
          <p:cNvGraphicFramePr/>
          <p:nvPr/>
        </p:nvGraphicFramePr>
        <p:xfrm>
          <a:off x="838200" y="2242163"/>
          <a:ext cx="3000000" cy="3000000"/>
        </p:xfrm>
        <a:graphic>
          <a:graphicData uri="http://schemas.openxmlformats.org/drawingml/2006/table">
            <a:tbl>
              <a:tblPr>
                <a:noFill/>
                <a:tableStyleId>{BA9145A9-24C7-4589-A7C5-3B1FB2BEE7CA}</a:tableStyleId>
              </a:tblPr>
              <a:tblGrid>
                <a:gridCol w="1618225"/>
                <a:gridCol w="5257800"/>
              </a:tblGrid>
              <a:tr h="228600">
                <a:tc>
                  <a:txBody>
                    <a:bodyPr/>
                    <a:lstStyle/>
                    <a:p>
                      <a:pPr indent="0" lvl="0" marL="0" marR="0" rtl="0" algn="ctr">
                        <a:spcBef>
                          <a:spcPts val="0"/>
                        </a:spcBef>
                        <a:spcAft>
                          <a:spcPts val="0"/>
                        </a:spcAft>
                        <a:buNone/>
                      </a:pPr>
                      <a:r>
                        <a:rPr b="1" lang="en-US" sz="1800"/>
                        <a:t>Concept</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800"/>
                        <a:t>Meaning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Authentication</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Verifies </a:t>
                      </a:r>
                      <a:r>
                        <a:rPr b="1" lang="en-US" sz="1800"/>
                        <a:t>who the user is</a:t>
                      </a:r>
                      <a:r>
                        <a:rPr lang="en-US" sz="1800"/>
                        <a:t> (login process)</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Authorization</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Determines </a:t>
                      </a:r>
                      <a:r>
                        <a:rPr b="1" lang="en-US" sz="1800"/>
                        <a:t>what the user can access</a:t>
                      </a:r>
                      <a:r>
                        <a:rPr lang="en-US" sz="1800"/>
                        <a:t> after login</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3. Common Authentication Methods in NodeJS</a:t>
            </a:r>
            <a:endParaRPr b="1"/>
          </a:p>
        </p:txBody>
      </p:sp>
      <p:sp>
        <p:nvSpPr>
          <p:cNvPr id="485" name="Google Shape;485;p6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b="1" lang="en-US"/>
              <a:t>1. JSON Web Token (JWT)</a:t>
            </a:r>
            <a:endParaRPr/>
          </a:p>
          <a:p>
            <a:pPr indent="-228600" lvl="0" marL="228600" rtl="0" algn="l">
              <a:lnSpc>
                <a:spcPct val="90000"/>
              </a:lnSpc>
              <a:spcBef>
                <a:spcPts val="1000"/>
              </a:spcBef>
              <a:spcAft>
                <a:spcPts val="0"/>
              </a:spcAft>
              <a:buClr>
                <a:schemeClr val="lt1"/>
              </a:buClr>
              <a:buSzPts val="2800"/>
              <a:buChar char="•"/>
            </a:pPr>
            <a:r>
              <a:rPr b="1" lang="en-US"/>
              <a:t>JSON Web Token</a:t>
            </a:r>
            <a:r>
              <a:rPr lang="en-US"/>
              <a:t> is widely used for </a:t>
            </a:r>
            <a:r>
              <a:rPr b="1" lang="en-US"/>
              <a:t>stateless authentication in APIs</a:t>
            </a:r>
            <a:r>
              <a:rPr lang="en-US"/>
              <a:t>.</a:t>
            </a:r>
            <a:endParaRPr/>
          </a:p>
          <a:p>
            <a:pPr indent="-228600" lvl="0" marL="228600" rtl="0" algn="l">
              <a:lnSpc>
                <a:spcPct val="90000"/>
              </a:lnSpc>
              <a:spcBef>
                <a:spcPts val="1000"/>
              </a:spcBef>
              <a:spcAft>
                <a:spcPts val="0"/>
              </a:spcAft>
              <a:buClr>
                <a:schemeClr val="lt1"/>
              </a:buClr>
              <a:buSzPts val="2800"/>
              <a:buChar char="•"/>
            </a:pPr>
            <a:r>
              <a:rPr lang="en-US"/>
              <a:t>How it works:</a:t>
            </a:r>
            <a:endParaRPr/>
          </a:p>
          <a:p>
            <a:pPr indent="-228600" lvl="1" marL="685800" rtl="0" algn="l">
              <a:lnSpc>
                <a:spcPct val="90000"/>
              </a:lnSpc>
              <a:spcBef>
                <a:spcPts val="500"/>
              </a:spcBef>
              <a:spcAft>
                <a:spcPts val="0"/>
              </a:spcAft>
              <a:buClr>
                <a:schemeClr val="lt1"/>
              </a:buClr>
              <a:buSzPts val="2400"/>
              <a:buChar char="•"/>
            </a:pPr>
            <a:r>
              <a:rPr lang="en-US"/>
              <a:t>User sends login credentials.</a:t>
            </a:r>
            <a:endParaRPr/>
          </a:p>
          <a:p>
            <a:pPr indent="-228600" lvl="1" marL="685800" rtl="0" algn="l">
              <a:lnSpc>
                <a:spcPct val="90000"/>
              </a:lnSpc>
              <a:spcBef>
                <a:spcPts val="500"/>
              </a:spcBef>
              <a:spcAft>
                <a:spcPts val="0"/>
              </a:spcAft>
              <a:buClr>
                <a:schemeClr val="lt1"/>
              </a:buClr>
              <a:buSzPts val="2400"/>
              <a:buChar char="•"/>
            </a:pPr>
            <a:r>
              <a:rPr lang="en-US"/>
              <a:t>Server verifies the credentials.</a:t>
            </a:r>
            <a:endParaRPr/>
          </a:p>
          <a:p>
            <a:pPr indent="-228600" lvl="1" marL="685800" rtl="0" algn="l">
              <a:lnSpc>
                <a:spcPct val="90000"/>
              </a:lnSpc>
              <a:spcBef>
                <a:spcPts val="500"/>
              </a:spcBef>
              <a:spcAft>
                <a:spcPts val="0"/>
              </a:spcAft>
              <a:buClr>
                <a:schemeClr val="lt1"/>
              </a:buClr>
              <a:buSzPts val="2400"/>
              <a:buChar char="•"/>
            </a:pPr>
            <a:r>
              <a:rPr lang="en-US"/>
              <a:t>Server generates a </a:t>
            </a:r>
            <a:r>
              <a:rPr b="1" lang="en-US"/>
              <a:t>JWT token</a:t>
            </a:r>
            <a:r>
              <a:rPr lang="en-US"/>
              <a:t>.</a:t>
            </a:r>
            <a:endParaRPr/>
          </a:p>
          <a:p>
            <a:pPr indent="-228600" lvl="1" marL="685800" rtl="0" algn="l">
              <a:lnSpc>
                <a:spcPct val="90000"/>
              </a:lnSpc>
              <a:spcBef>
                <a:spcPts val="500"/>
              </a:spcBef>
              <a:spcAft>
                <a:spcPts val="0"/>
              </a:spcAft>
              <a:buClr>
                <a:schemeClr val="lt1"/>
              </a:buClr>
              <a:buSzPts val="2400"/>
              <a:buChar char="•"/>
            </a:pPr>
            <a:r>
              <a:rPr lang="en-US"/>
              <a:t>Token is sent to the client.</a:t>
            </a:r>
            <a:endParaRPr/>
          </a:p>
          <a:p>
            <a:pPr indent="-228600" lvl="1" marL="685800" rtl="0" algn="l">
              <a:lnSpc>
                <a:spcPct val="90000"/>
              </a:lnSpc>
              <a:spcBef>
                <a:spcPts val="500"/>
              </a:spcBef>
              <a:spcAft>
                <a:spcPts val="0"/>
              </a:spcAft>
              <a:buClr>
                <a:schemeClr val="lt1"/>
              </a:buClr>
              <a:buSzPts val="2400"/>
              <a:buChar char="•"/>
            </a:pPr>
            <a:r>
              <a:rPr lang="en-US"/>
              <a:t>Client sends the token with future requests.</a:t>
            </a:r>
            <a:endParaRPr/>
          </a:p>
          <a:p>
            <a:pPr indent="-228600" lvl="1" marL="685800" rtl="0" algn="l">
              <a:lnSpc>
                <a:spcPct val="90000"/>
              </a:lnSpc>
              <a:spcBef>
                <a:spcPts val="500"/>
              </a:spcBef>
              <a:spcAft>
                <a:spcPts val="0"/>
              </a:spcAft>
              <a:buClr>
                <a:schemeClr val="lt1"/>
              </a:buClr>
              <a:buSzPts val="2400"/>
              <a:buChar char="•"/>
            </a:pPr>
            <a:r>
              <a:rPr lang="en-US"/>
              <a:t>Server verifies the token before granting access.</a:t>
            </a:r>
            <a:endParaRPr/>
          </a:p>
          <a:p>
            <a:pPr indent="-50800" lvl="0" marL="228600" rtl="0" algn="l">
              <a:lnSpc>
                <a:spcPct val="90000"/>
              </a:lnSpc>
              <a:spcBef>
                <a:spcPts val="1000"/>
              </a:spcBef>
              <a:spcAft>
                <a:spcPts val="0"/>
              </a:spcAft>
              <a:buClr>
                <a:schemeClr val="lt1"/>
              </a:buClr>
              <a:buSzPts val="2800"/>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3. Common Authentication Methods in NodeJS</a:t>
            </a:r>
            <a:endParaRPr b="1"/>
          </a:p>
        </p:txBody>
      </p:sp>
      <p:sp>
        <p:nvSpPr>
          <p:cNvPr id="491" name="Google Shape;491;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b="1" lang="en-US"/>
              <a:t>2. Session-Based Authentication</a:t>
            </a:r>
            <a:endParaRPr/>
          </a:p>
          <a:p>
            <a:pPr indent="-228600" lvl="0" marL="228600" rtl="0" algn="l">
              <a:lnSpc>
                <a:spcPct val="90000"/>
              </a:lnSpc>
              <a:spcBef>
                <a:spcPts val="1000"/>
              </a:spcBef>
              <a:spcAft>
                <a:spcPts val="0"/>
              </a:spcAft>
              <a:buClr>
                <a:schemeClr val="lt1"/>
              </a:buClr>
              <a:buSzPts val="2800"/>
              <a:buChar char="•"/>
            </a:pPr>
            <a:r>
              <a:rPr lang="en-US"/>
              <a:t>In this method:</a:t>
            </a:r>
            <a:endParaRPr/>
          </a:p>
          <a:p>
            <a:pPr indent="-228600" lvl="1" marL="685800" rtl="0" algn="l">
              <a:lnSpc>
                <a:spcPct val="90000"/>
              </a:lnSpc>
              <a:spcBef>
                <a:spcPts val="500"/>
              </a:spcBef>
              <a:spcAft>
                <a:spcPts val="0"/>
              </a:spcAft>
              <a:buClr>
                <a:schemeClr val="lt1"/>
              </a:buClr>
              <a:buSzPts val="2400"/>
              <a:buChar char="•"/>
            </a:pPr>
            <a:r>
              <a:rPr lang="en-US"/>
              <a:t>User logs in.</a:t>
            </a:r>
            <a:endParaRPr/>
          </a:p>
          <a:p>
            <a:pPr indent="-228600" lvl="1" marL="685800" rtl="0" algn="l">
              <a:lnSpc>
                <a:spcPct val="90000"/>
              </a:lnSpc>
              <a:spcBef>
                <a:spcPts val="500"/>
              </a:spcBef>
              <a:spcAft>
                <a:spcPts val="0"/>
              </a:spcAft>
              <a:buClr>
                <a:schemeClr val="lt1"/>
              </a:buClr>
              <a:buSzPts val="2400"/>
              <a:buChar char="•"/>
            </a:pPr>
            <a:r>
              <a:rPr lang="en-US"/>
              <a:t>Server creates a </a:t>
            </a:r>
            <a:r>
              <a:rPr b="1" lang="en-US"/>
              <a:t>session</a:t>
            </a:r>
            <a:r>
              <a:rPr lang="en-US"/>
              <a:t>.</a:t>
            </a:r>
            <a:endParaRPr/>
          </a:p>
          <a:p>
            <a:pPr indent="-228600" lvl="1" marL="685800" rtl="0" algn="l">
              <a:lnSpc>
                <a:spcPct val="90000"/>
              </a:lnSpc>
              <a:spcBef>
                <a:spcPts val="500"/>
              </a:spcBef>
              <a:spcAft>
                <a:spcPts val="0"/>
              </a:spcAft>
              <a:buClr>
                <a:schemeClr val="lt1"/>
              </a:buClr>
              <a:buSzPts val="2400"/>
              <a:buChar char="•"/>
            </a:pPr>
            <a:r>
              <a:rPr lang="en-US"/>
              <a:t>A </a:t>
            </a:r>
            <a:r>
              <a:rPr b="1" lang="en-US"/>
              <a:t>session ID</a:t>
            </a:r>
            <a:r>
              <a:rPr lang="en-US"/>
              <a:t> is stored in a cookie.</a:t>
            </a:r>
            <a:endParaRPr/>
          </a:p>
          <a:p>
            <a:pPr indent="-228600" lvl="1" marL="685800" rtl="0" algn="l">
              <a:lnSpc>
                <a:spcPct val="90000"/>
              </a:lnSpc>
              <a:spcBef>
                <a:spcPts val="500"/>
              </a:spcBef>
              <a:spcAft>
                <a:spcPts val="0"/>
              </a:spcAft>
              <a:buClr>
                <a:schemeClr val="lt1"/>
              </a:buClr>
              <a:buSzPts val="2400"/>
              <a:buChar char="•"/>
            </a:pPr>
            <a:r>
              <a:rPr lang="en-US"/>
              <a:t>Each request includes the cookie.</a:t>
            </a:r>
            <a:endParaRPr/>
          </a:p>
          <a:p>
            <a:pPr indent="-228600" lvl="1" marL="685800" rtl="0" algn="l">
              <a:lnSpc>
                <a:spcPct val="90000"/>
              </a:lnSpc>
              <a:spcBef>
                <a:spcPts val="500"/>
              </a:spcBef>
              <a:spcAft>
                <a:spcPts val="0"/>
              </a:spcAft>
              <a:buClr>
                <a:schemeClr val="lt1"/>
              </a:buClr>
              <a:buSzPts val="2400"/>
              <a:buChar char="•"/>
            </a:pPr>
            <a:r>
              <a:rPr lang="en-US"/>
              <a:t>Server checks session data.</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3. Common Authentication Methods in NodeJS</a:t>
            </a:r>
            <a:endParaRPr b="1"/>
          </a:p>
        </p:txBody>
      </p:sp>
      <p:sp>
        <p:nvSpPr>
          <p:cNvPr id="497" name="Google Shape;497;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b="1" lang="en-US"/>
              <a:t>3. Third-Party Authentication</a:t>
            </a:r>
            <a:endParaRPr/>
          </a:p>
          <a:p>
            <a:pPr indent="-228600" lvl="0" marL="228600" rtl="0" algn="l">
              <a:lnSpc>
                <a:spcPct val="90000"/>
              </a:lnSpc>
              <a:spcBef>
                <a:spcPts val="1000"/>
              </a:spcBef>
              <a:spcAft>
                <a:spcPts val="0"/>
              </a:spcAft>
              <a:buClr>
                <a:schemeClr val="lt1"/>
              </a:buClr>
              <a:buSzPts val="2800"/>
              <a:buChar char="•"/>
            </a:pPr>
            <a:r>
              <a:rPr lang="en-US"/>
              <a:t>Developers can also use external services such as:</a:t>
            </a:r>
            <a:endParaRPr/>
          </a:p>
          <a:p>
            <a:pPr indent="-228600" lvl="1" marL="685800" rtl="0" algn="l">
              <a:lnSpc>
                <a:spcPct val="90000"/>
              </a:lnSpc>
              <a:spcBef>
                <a:spcPts val="500"/>
              </a:spcBef>
              <a:spcAft>
                <a:spcPts val="0"/>
              </a:spcAft>
              <a:buClr>
                <a:schemeClr val="lt1"/>
              </a:buClr>
              <a:buSzPts val="2400"/>
              <a:buChar char="•"/>
            </a:pPr>
            <a:r>
              <a:rPr b="1" lang="en-US"/>
              <a:t>Passport.js</a:t>
            </a:r>
            <a:endParaRPr/>
          </a:p>
          <a:p>
            <a:pPr indent="-228600" lvl="1" marL="685800" rtl="0" algn="l">
              <a:lnSpc>
                <a:spcPct val="90000"/>
              </a:lnSpc>
              <a:spcBef>
                <a:spcPts val="500"/>
              </a:spcBef>
              <a:spcAft>
                <a:spcPts val="0"/>
              </a:spcAft>
              <a:buClr>
                <a:schemeClr val="lt1"/>
              </a:buClr>
              <a:buSzPts val="2400"/>
              <a:buChar char="•"/>
            </a:pPr>
            <a:r>
              <a:rPr b="1" lang="en-US"/>
              <a:t>Auth0</a:t>
            </a:r>
            <a:endParaRPr/>
          </a:p>
          <a:p>
            <a:pPr indent="-228600" lvl="1" marL="685800" rtl="0" algn="l">
              <a:lnSpc>
                <a:spcPct val="90000"/>
              </a:lnSpc>
              <a:spcBef>
                <a:spcPts val="500"/>
              </a:spcBef>
              <a:spcAft>
                <a:spcPts val="0"/>
              </a:spcAft>
              <a:buClr>
                <a:schemeClr val="lt1"/>
              </a:buClr>
              <a:buSzPts val="2400"/>
              <a:buChar char="•"/>
            </a:pPr>
            <a:r>
              <a:rPr b="1" lang="en-US"/>
              <a:t>OAuth 2.0</a:t>
            </a:r>
            <a:endParaRPr/>
          </a:p>
          <a:p>
            <a:pPr indent="-228600" lvl="0" marL="228600" rtl="0" algn="l">
              <a:lnSpc>
                <a:spcPct val="90000"/>
              </a:lnSpc>
              <a:spcBef>
                <a:spcPts val="1000"/>
              </a:spcBef>
              <a:spcAft>
                <a:spcPts val="0"/>
              </a:spcAft>
              <a:buClr>
                <a:schemeClr val="lt1"/>
              </a:buClr>
              <a:buSzPts val="2800"/>
              <a:buChar char="•"/>
            </a:pPr>
            <a:r>
              <a:rPr lang="en-US"/>
              <a:t>These simplify login systems like </a:t>
            </a:r>
            <a:r>
              <a:rPr b="1" lang="en-US"/>
              <a:t>Login with Google or GitHub</a:t>
            </a:r>
            <a:r>
              <a:rPr lang="en-US"/>
              <a:t>.</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4. Security Best</a:t>
            </a:r>
            <a:endParaRPr/>
          </a:p>
        </p:txBody>
      </p:sp>
      <p:sp>
        <p:nvSpPr>
          <p:cNvPr id="503" name="Google Shape;503;p7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Hash passwords using bcrypt</a:t>
            </a:r>
            <a:endParaRPr/>
          </a:p>
          <a:p>
            <a:pPr indent="-228600" lvl="0" marL="228600" rtl="0" algn="l">
              <a:lnSpc>
                <a:spcPct val="90000"/>
              </a:lnSpc>
              <a:spcBef>
                <a:spcPts val="1000"/>
              </a:spcBef>
              <a:spcAft>
                <a:spcPts val="0"/>
              </a:spcAft>
              <a:buClr>
                <a:schemeClr val="lt1"/>
              </a:buClr>
              <a:buSzPts val="2800"/>
              <a:buChar char="•"/>
            </a:pPr>
            <a:r>
              <a:rPr lang="en-US"/>
              <a:t>Never store passwords in plain text</a:t>
            </a:r>
            <a:endParaRPr/>
          </a:p>
          <a:p>
            <a:pPr indent="-228600" lvl="0" marL="228600" rtl="0" algn="l">
              <a:lnSpc>
                <a:spcPct val="90000"/>
              </a:lnSpc>
              <a:spcBef>
                <a:spcPts val="1000"/>
              </a:spcBef>
              <a:spcAft>
                <a:spcPts val="0"/>
              </a:spcAft>
              <a:buClr>
                <a:schemeClr val="lt1"/>
              </a:buClr>
              <a:buSzPts val="2800"/>
              <a:buChar char="•"/>
            </a:pPr>
            <a:r>
              <a:rPr lang="en-US"/>
              <a:t>Use HTTPS for secure communication</a:t>
            </a:r>
            <a:endParaRPr/>
          </a:p>
          <a:p>
            <a:pPr indent="-228600" lvl="0" marL="228600" rtl="0" algn="l">
              <a:lnSpc>
                <a:spcPct val="90000"/>
              </a:lnSpc>
              <a:spcBef>
                <a:spcPts val="1000"/>
              </a:spcBef>
              <a:spcAft>
                <a:spcPts val="0"/>
              </a:spcAft>
              <a:buClr>
                <a:schemeClr val="lt1"/>
              </a:buClr>
              <a:buSzPts val="2800"/>
              <a:buChar char="•"/>
            </a:pPr>
            <a:r>
              <a:rPr lang="en-US"/>
              <a:t>Store secret keys in environment variables using dotenv</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5. Steps to Implement Authentication using JWT</a:t>
            </a:r>
            <a:endParaRPr/>
          </a:p>
        </p:txBody>
      </p:sp>
      <p:sp>
        <p:nvSpPr>
          <p:cNvPr id="509" name="Google Shape;509;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US"/>
              <a:t>Step 1 – Install Required Packages</a:t>
            </a:r>
            <a:endParaRPr/>
          </a:p>
          <a:p>
            <a:pPr indent="-228600" lvl="1" marL="685800" rtl="0" algn="l">
              <a:lnSpc>
                <a:spcPct val="90000"/>
              </a:lnSpc>
              <a:spcBef>
                <a:spcPts val="500"/>
              </a:spcBef>
              <a:spcAft>
                <a:spcPts val="0"/>
              </a:spcAft>
              <a:buClr>
                <a:schemeClr val="lt1"/>
              </a:buClr>
              <a:buSzPts val="2400"/>
              <a:buChar char="•"/>
            </a:pPr>
            <a:r>
              <a:rPr lang="en-US"/>
              <a:t>npm install express bcryptjs jsonwebtoken dotenv</a:t>
            </a:r>
            <a:endParaRPr/>
          </a:p>
          <a:p>
            <a:pPr indent="-228600" lvl="1" marL="685800" rtl="0" algn="l">
              <a:lnSpc>
                <a:spcPct val="90000"/>
              </a:lnSpc>
              <a:spcBef>
                <a:spcPts val="500"/>
              </a:spcBef>
              <a:spcAft>
                <a:spcPts val="0"/>
              </a:spcAft>
              <a:buClr>
                <a:schemeClr val="lt1"/>
              </a:buClr>
              <a:buSzPts val="2400"/>
              <a:buChar char="•"/>
            </a:pPr>
            <a:r>
              <a:rPr lang="en-US"/>
              <a:t>Packages used:</a:t>
            </a:r>
            <a:endParaRPr/>
          </a:p>
        </p:txBody>
      </p:sp>
      <p:graphicFrame>
        <p:nvGraphicFramePr>
          <p:cNvPr id="510" name="Google Shape;510;p73"/>
          <p:cNvGraphicFramePr/>
          <p:nvPr/>
        </p:nvGraphicFramePr>
        <p:xfrm>
          <a:off x="1578430" y="3159397"/>
          <a:ext cx="3000000" cy="3000000"/>
        </p:xfrm>
        <a:graphic>
          <a:graphicData uri="http://schemas.openxmlformats.org/drawingml/2006/table">
            <a:tbl>
              <a:tblPr>
                <a:noFill/>
                <a:tableStyleId>{BA9145A9-24C7-4589-A7C5-3B1FB2BEE7CA}</a:tableStyleId>
              </a:tblPr>
              <a:tblGrid>
                <a:gridCol w="1538675"/>
                <a:gridCol w="5257800"/>
              </a:tblGrid>
              <a:tr h="228600">
                <a:tc>
                  <a:txBody>
                    <a:bodyPr/>
                    <a:lstStyle/>
                    <a:p>
                      <a:pPr indent="0" lvl="0" marL="0" marR="0" rtl="0" algn="ctr">
                        <a:spcBef>
                          <a:spcPts val="0"/>
                        </a:spcBef>
                        <a:spcAft>
                          <a:spcPts val="0"/>
                        </a:spcAft>
                        <a:buNone/>
                      </a:pPr>
                      <a:r>
                        <a:rPr b="1" lang="en-US" sz="1800"/>
                        <a:t>Package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b="1" lang="en-US" sz="1800"/>
                        <a:t>Purpose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express</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Web framework</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bcryptjs</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Password hashing</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jsonwebtoken</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Generate authentication tokens</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lang="en-US" sz="1800"/>
                        <a:t>dotenv</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Manage environment variables</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6. Example – User Registration</a:t>
            </a:r>
            <a:endParaRPr/>
          </a:p>
        </p:txBody>
      </p:sp>
      <p:sp>
        <p:nvSpPr>
          <p:cNvPr id="516" name="Google Shape;516;p74"/>
          <p:cNvSpPr txBox="1"/>
          <p:nvPr>
            <p:ph idx="1" type="body"/>
          </p:nvPr>
        </p:nvSpPr>
        <p:spPr>
          <a:xfrm>
            <a:off x="838200" y="1384663"/>
            <a:ext cx="10515600" cy="4792300"/>
          </a:xfrm>
          <a:prstGeom prst="rect">
            <a:avLst/>
          </a:prstGeom>
          <a:noFill/>
          <a:ln>
            <a:noFill/>
          </a:ln>
        </p:spPr>
        <p:txBody>
          <a:bodyPr anchorCtr="0" anchor="t" bIns="45700" lIns="91425" spcFirstLastPara="1" rIns="91425" wrap="square" tIns="45700">
            <a:normAutofit fontScale="70000" lnSpcReduction="20000"/>
          </a:bodyPr>
          <a:lstStyle/>
          <a:p>
            <a:pPr indent="0" lvl="1" marL="457200" rtl="0" algn="l">
              <a:lnSpc>
                <a:spcPct val="90000"/>
              </a:lnSpc>
              <a:spcBef>
                <a:spcPts val="0"/>
              </a:spcBef>
              <a:spcAft>
                <a:spcPts val="0"/>
              </a:spcAft>
              <a:buClr>
                <a:schemeClr val="lt1"/>
              </a:buClr>
              <a:buSzPct val="100000"/>
              <a:buNone/>
            </a:pPr>
            <a:r>
              <a:rPr lang="en-US"/>
              <a:t>const express = require("express");</a:t>
            </a:r>
            <a:endParaRPr/>
          </a:p>
          <a:p>
            <a:pPr indent="0" lvl="1" marL="457200" rtl="0" algn="l">
              <a:lnSpc>
                <a:spcPct val="90000"/>
              </a:lnSpc>
              <a:spcBef>
                <a:spcPts val="500"/>
              </a:spcBef>
              <a:spcAft>
                <a:spcPts val="0"/>
              </a:spcAft>
              <a:buClr>
                <a:schemeClr val="lt1"/>
              </a:buClr>
              <a:buSzPct val="100000"/>
              <a:buNone/>
            </a:pPr>
            <a:r>
              <a:rPr lang="en-US"/>
              <a:t>const bcrypt = require("bcryptjs");</a:t>
            </a:r>
            <a:endParaRPr/>
          </a:p>
          <a:p>
            <a:pPr indent="0" lvl="1" marL="457200" rtl="0" algn="l">
              <a:lnSpc>
                <a:spcPct val="90000"/>
              </a:lnSpc>
              <a:spcBef>
                <a:spcPts val="500"/>
              </a:spcBef>
              <a:spcAft>
                <a:spcPts val="0"/>
              </a:spcAft>
              <a:buClr>
                <a:schemeClr val="lt1"/>
              </a:buClr>
              <a:buSzPct val="100000"/>
              <a:buNone/>
            </a:pPr>
            <a:r>
              <a:rPr lang="en-US"/>
              <a:t>const app = express();</a:t>
            </a:r>
            <a:endParaRPr/>
          </a:p>
          <a:p>
            <a:pPr indent="0" lvl="1" marL="457200" rtl="0" algn="l">
              <a:lnSpc>
                <a:spcPct val="90000"/>
              </a:lnSpc>
              <a:spcBef>
                <a:spcPts val="500"/>
              </a:spcBef>
              <a:spcAft>
                <a:spcPts val="0"/>
              </a:spcAft>
              <a:buClr>
                <a:schemeClr val="lt1"/>
              </a:buClr>
              <a:buSzPct val="100000"/>
              <a:buNone/>
            </a:pPr>
            <a:r>
              <a:rPr lang="en-US"/>
              <a:t>app.use(express.json());</a:t>
            </a:r>
            <a:endParaRPr/>
          </a:p>
          <a:p>
            <a:pPr indent="0" lvl="1" marL="457200" rtl="0" algn="l">
              <a:lnSpc>
                <a:spcPct val="90000"/>
              </a:lnSpc>
              <a:spcBef>
                <a:spcPts val="500"/>
              </a:spcBef>
              <a:spcAft>
                <a:spcPts val="0"/>
              </a:spcAft>
              <a:buClr>
                <a:schemeClr val="lt1"/>
              </a:buClr>
              <a:buSzPct val="100000"/>
              <a:buNone/>
            </a:pPr>
            <a:r>
              <a:rPr lang="en-US"/>
              <a:t>let users = [];</a:t>
            </a:r>
            <a:endParaRPr/>
          </a:p>
          <a:p>
            <a:pPr indent="0" lvl="1" marL="457200" rtl="0" algn="l">
              <a:lnSpc>
                <a:spcPct val="90000"/>
              </a:lnSpc>
              <a:spcBef>
                <a:spcPts val="500"/>
              </a:spcBef>
              <a:spcAft>
                <a:spcPts val="0"/>
              </a:spcAft>
              <a:buClr>
                <a:schemeClr val="lt1"/>
              </a:buClr>
              <a:buSzPct val="100000"/>
              <a:buNone/>
            </a:pPr>
            <a:r>
              <a:rPr lang="en-US"/>
              <a:t>app.post("/register", async (req, res) =&gt; {</a:t>
            </a:r>
            <a:endParaRPr/>
          </a:p>
          <a:p>
            <a:pPr indent="0" lvl="1" marL="457200" rtl="0" algn="l">
              <a:lnSpc>
                <a:spcPct val="90000"/>
              </a:lnSpc>
              <a:spcBef>
                <a:spcPts val="500"/>
              </a:spcBef>
              <a:spcAft>
                <a:spcPts val="0"/>
              </a:spcAft>
              <a:buClr>
                <a:schemeClr val="lt1"/>
              </a:buClr>
              <a:buSzPct val="100000"/>
              <a:buNone/>
            </a:pPr>
            <a:r>
              <a:rPr lang="en-US"/>
              <a:t>    const { username, password } = req.body;</a:t>
            </a:r>
            <a:endParaRPr/>
          </a:p>
          <a:p>
            <a:pPr indent="0" lvl="1" marL="457200" rtl="0" algn="l">
              <a:lnSpc>
                <a:spcPct val="90000"/>
              </a:lnSpc>
              <a:spcBef>
                <a:spcPts val="500"/>
              </a:spcBef>
              <a:spcAft>
                <a:spcPts val="0"/>
              </a:spcAft>
              <a:buClr>
                <a:schemeClr val="lt1"/>
              </a:buClr>
              <a:buSzPct val="100000"/>
              <a:buNone/>
            </a:pPr>
            <a:r>
              <a:rPr lang="en-US"/>
              <a:t>    const hashedPassword = await bcrypt.hash(password, 10);</a:t>
            </a:r>
            <a:endParaRPr/>
          </a:p>
          <a:p>
            <a:pPr indent="0" lvl="1" marL="457200" rtl="0" algn="l">
              <a:lnSpc>
                <a:spcPct val="90000"/>
              </a:lnSpc>
              <a:spcBef>
                <a:spcPts val="500"/>
              </a:spcBef>
              <a:spcAft>
                <a:spcPts val="0"/>
              </a:spcAft>
              <a:buClr>
                <a:schemeClr val="lt1"/>
              </a:buClr>
              <a:buSzPct val="100000"/>
              <a:buNone/>
            </a:pPr>
            <a:r>
              <a:rPr lang="en-US"/>
              <a:t>    users.push({</a:t>
            </a:r>
            <a:endParaRPr/>
          </a:p>
          <a:p>
            <a:pPr indent="0" lvl="1" marL="457200" rtl="0" algn="l">
              <a:lnSpc>
                <a:spcPct val="90000"/>
              </a:lnSpc>
              <a:spcBef>
                <a:spcPts val="500"/>
              </a:spcBef>
              <a:spcAft>
                <a:spcPts val="0"/>
              </a:spcAft>
              <a:buClr>
                <a:schemeClr val="lt1"/>
              </a:buClr>
              <a:buSzPct val="100000"/>
              <a:buNone/>
            </a:pPr>
            <a:r>
              <a:rPr lang="en-US"/>
              <a:t>        username: username,</a:t>
            </a:r>
            <a:endParaRPr/>
          </a:p>
          <a:p>
            <a:pPr indent="0" lvl="1" marL="457200" rtl="0" algn="l">
              <a:lnSpc>
                <a:spcPct val="90000"/>
              </a:lnSpc>
              <a:spcBef>
                <a:spcPts val="500"/>
              </a:spcBef>
              <a:spcAft>
                <a:spcPts val="0"/>
              </a:spcAft>
              <a:buClr>
                <a:schemeClr val="lt1"/>
              </a:buClr>
              <a:buSzPct val="100000"/>
              <a:buNone/>
            </a:pPr>
            <a:r>
              <a:rPr lang="en-US"/>
              <a:t>        password: hashedPassword</a:t>
            </a:r>
            <a:endParaRPr/>
          </a:p>
          <a:p>
            <a:pPr indent="0" lvl="1" marL="457200" rtl="0" algn="l">
              <a:lnSpc>
                <a:spcPct val="90000"/>
              </a:lnSpc>
              <a:spcBef>
                <a:spcPts val="500"/>
              </a:spcBef>
              <a:spcAft>
                <a:spcPts val="0"/>
              </a:spcAft>
              <a:buClr>
                <a:schemeClr val="lt1"/>
              </a:buClr>
              <a:buSzPct val="100000"/>
              <a:buNone/>
            </a:pPr>
            <a:r>
              <a:rPr lang="en-US"/>
              <a:t>    });</a:t>
            </a:r>
            <a:endParaRPr/>
          </a:p>
          <a:p>
            <a:pPr indent="0" lvl="1" marL="457200" rtl="0" algn="l">
              <a:lnSpc>
                <a:spcPct val="90000"/>
              </a:lnSpc>
              <a:spcBef>
                <a:spcPts val="500"/>
              </a:spcBef>
              <a:spcAft>
                <a:spcPts val="0"/>
              </a:spcAft>
              <a:buClr>
                <a:schemeClr val="lt1"/>
              </a:buClr>
              <a:buSzPct val="100000"/>
              <a:buNone/>
            </a:pPr>
            <a:r>
              <a:rPr lang="en-US"/>
              <a:t>    res.send("User registered successfully");</a:t>
            </a:r>
            <a:endParaRPr/>
          </a:p>
          <a:p>
            <a:pPr indent="0" lvl="1" marL="457200" rtl="0" algn="l">
              <a:lnSpc>
                <a:spcPct val="90000"/>
              </a:lnSpc>
              <a:spcBef>
                <a:spcPts val="500"/>
              </a:spcBef>
              <a:spcAft>
                <a:spcPts val="0"/>
              </a:spcAft>
              <a:buClr>
                <a:schemeClr val="lt1"/>
              </a:buClr>
              <a:buSzPct val="100000"/>
              <a:buNone/>
            </a:pPr>
            <a:r>
              <a:rPr lang="en-US"/>
              <a:t>});</a:t>
            </a:r>
            <a:endParaRPr/>
          </a:p>
          <a:p>
            <a:pPr indent="0" lvl="1" marL="457200" rtl="0" algn="l">
              <a:lnSpc>
                <a:spcPct val="90000"/>
              </a:lnSpc>
              <a:spcBef>
                <a:spcPts val="500"/>
              </a:spcBef>
              <a:spcAft>
                <a:spcPts val="0"/>
              </a:spcAft>
              <a:buClr>
                <a:schemeClr val="lt1"/>
              </a:buClr>
              <a:buSzPct val="100000"/>
              <a:buNone/>
            </a:pPr>
            <a:r>
              <a:rPr lang="en-US"/>
              <a:t>app.listen(3000);</a:t>
            </a:r>
            <a:endParaRPr/>
          </a:p>
          <a:p>
            <a:pPr indent="-228600" lvl="0" marL="228600" rtl="0" algn="l">
              <a:lnSpc>
                <a:spcPct val="90000"/>
              </a:lnSpc>
              <a:spcBef>
                <a:spcPts val="1000"/>
              </a:spcBef>
              <a:spcAft>
                <a:spcPts val="0"/>
              </a:spcAft>
              <a:buClr>
                <a:schemeClr val="lt1"/>
              </a:buClr>
              <a:buSzPct val="100000"/>
              <a:buChar char="•"/>
            </a:pPr>
            <a:r>
              <a:rPr lang="en-US"/>
              <a:t>Explanation:</a:t>
            </a:r>
            <a:endParaRPr/>
          </a:p>
          <a:p>
            <a:pPr indent="-228600" lvl="1" marL="685800" rtl="0" algn="l">
              <a:lnSpc>
                <a:spcPct val="90000"/>
              </a:lnSpc>
              <a:spcBef>
                <a:spcPts val="500"/>
              </a:spcBef>
              <a:spcAft>
                <a:spcPts val="0"/>
              </a:spcAft>
              <a:buClr>
                <a:schemeClr val="lt1"/>
              </a:buClr>
              <a:buSzPct val="100000"/>
              <a:buChar char="•"/>
            </a:pPr>
            <a:r>
              <a:rPr lang="en-US"/>
              <a:t>Password is </a:t>
            </a:r>
            <a:r>
              <a:rPr b="1" lang="en-US"/>
              <a:t>hashed using bcrypt</a:t>
            </a:r>
            <a:endParaRPr/>
          </a:p>
          <a:p>
            <a:pPr indent="-228600" lvl="1" marL="685800" rtl="0" algn="l">
              <a:lnSpc>
                <a:spcPct val="90000"/>
              </a:lnSpc>
              <a:spcBef>
                <a:spcPts val="500"/>
              </a:spcBef>
              <a:spcAft>
                <a:spcPts val="0"/>
              </a:spcAft>
              <a:buClr>
                <a:schemeClr val="lt1"/>
              </a:buClr>
              <a:buSzPct val="100000"/>
              <a:buChar char="•"/>
            </a:pPr>
            <a:r>
              <a:rPr lang="en-US"/>
              <a:t>Hashed password is stored instead of plain text</a:t>
            </a:r>
            <a:endParaRPr/>
          </a:p>
          <a:p>
            <a:pPr indent="-104140" lvl="0" marL="228600" rtl="0" algn="l">
              <a:lnSpc>
                <a:spcPct val="90000"/>
              </a:lnSpc>
              <a:spcBef>
                <a:spcPts val="1000"/>
              </a:spcBef>
              <a:spcAft>
                <a:spcPts val="0"/>
              </a:spcAft>
              <a:buClr>
                <a:schemeClr val="lt1"/>
              </a:buClr>
              <a:buSzPct val="1000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7. Example – User Login</a:t>
            </a:r>
            <a:endParaRPr/>
          </a:p>
        </p:txBody>
      </p:sp>
      <p:sp>
        <p:nvSpPr>
          <p:cNvPr id="522" name="Google Shape;522;p75"/>
          <p:cNvSpPr txBox="1"/>
          <p:nvPr>
            <p:ph idx="1" type="body"/>
          </p:nvPr>
        </p:nvSpPr>
        <p:spPr>
          <a:xfrm>
            <a:off x="838200" y="1375954"/>
            <a:ext cx="10515600" cy="4801009"/>
          </a:xfrm>
          <a:prstGeom prst="rect">
            <a:avLst/>
          </a:prstGeom>
          <a:noFill/>
          <a:ln>
            <a:noFill/>
          </a:ln>
        </p:spPr>
        <p:txBody>
          <a:bodyPr anchorCtr="0" anchor="t" bIns="45700" lIns="91425" spcFirstLastPara="1" rIns="91425" wrap="square" tIns="45700">
            <a:normAutofit fontScale="55000" lnSpcReduction="20000"/>
          </a:bodyPr>
          <a:lstStyle/>
          <a:p>
            <a:pPr indent="0" lvl="1" marL="457200" rtl="0" algn="l">
              <a:lnSpc>
                <a:spcPct val="90000"/>
              </a:lnSpc>
              <a:spcBef>
                <a:spcPts val="0"/>
              </a:spcBef>
              <a:spcAft>
                <a:spcPts val="0"/>
              </a:spcAft>
              <a:buClr>
                <a:schemeClr val="lt1"/>
              </a:buClr>
              <a:buSzPct val="100000"/>
              <a:buNone/>
            </a:pPr>
            <a:r>
              <a:rPr lang="en-US"/>
              <a:t>const jwt = require("jsonwebtoken");</a:t>
            </a:r>
            <a:endParaRPr/>
          </a:p>
          <a:p>
            <a:pPr indent="0" lvl="1" marL="457200" rtl="0" algn="l">
              <a:lnSpc>
                <a:spcPct val="90000"/>
              </a:lnSpc>
              <a:spcBef>
                <a:spcPts val="500"/>
              </a:spcBef>
              <a:spcAft>
                <a:spcPts val="0"/>
              </a:spcAft>
              <a:buClr>
                <a:schemeClr val="lt1"/>
              </a:buClr>
              <a:buSzPct val="100000"/>
              <a:buNone/>
            </a:pPr>
            <a:r>
              <a:rPr lang="en-US"/>
              <a:t>app.post("/login", async (req, res) =&gt; {</a:t>
            </a:r>
            <a:endParaRPr/>
          </a:p>
          <a:p>
            <a:pPr indent="0" lvl="1" marL="457200" rtl="0" algn="l">
              <a:lnSpc>
                <a:spcPct val="90000"/>
              </a:lnSpc>
              <a:spcBef>
                <a:spcPts val="500"/>
              </a:spcBef>
              <a:spcAft>
                <a:spcPts val="0"/>
              </a:spcAft>
              <a:buClr>
                <a:schemeClr val="lt1"/>
              </a:buClr>
              <a:buSzPct val="100000"/>
              <a:buNone/>
            </a:pPr>
            <a:r>
              <a:rPr lang="en-US"/>
              <a:t>    const { username, password } = req.body;</a:t>
            </a:r>
            <a:endParaRPr/>
          </a:p>
          <a:p>
            <a:pPr indent="0" lvl="1" marL="457200" rtl="0" algn="l">
              <a:lnSpc>
                <a:spcPct val="90000"/>
              </a:lnSpc>
              <a:spcBef>
                <a:spcPts val="500"/>
              </a:spcBef>
              <a:spcAft>
                <a:spcPts val="0"/>
              </a:spcAft>
              <a:buClr>
                <a:schemeClr val="lt1"/>
              </a:buClr>
              <a:buSzPct val="100000"/>
              <a:buNone/>
            </a:pPr>
            <a:r>
              <a:rPr lang="en-US"/>
              <a:t>    const user = users.find(u =&gt; u.username === username);</a:t>
            </a:r>
            <a:endParaRPr/>
          </a:p>
          <a:p>
            <a:pPr indent="0" lvl="1" marL="457200" rtl="0" algn="l">
              <a:lnSpc>
                <a:spcPct val="90000"/>
              </a:lnSpc>
              <a:spcBef>
                <a:spcPts val="500"/>
              </a:spcBef>
              <a:spcAft>
                <a:spcPts val="0"/>
              </a:spcAft>
              <a:buClr>
                <a:schemeClr val="lt1"/>
              </a:buClr>
              <a:buSzPct val="100000"/>
              <a:buNone/>
            </a:pPr>
            <a:r>
              <a:rPr lang="en-US"/>
              <a:t>    if (!user) {</a:t>
            </a:r>
            <a:endParaRPr/>
          </a:p>
          <a:p>
            <a:pPr indent="0" lvl="1" marL="457200" rtl="0" algn="l">
              <a:lnSpc>
                <a:spcPct val="90000"/>
              </a:lnSpc>
              <a:spcBef>
                <a:spcPts val="500"/>
              </a:spcBef>
              <a:spcAft>
                <a:spcPts val="0"/>
              </a:spcAft>
              <a:buClr>
                <a:schemeClr val="lt1"/>
              </a:buClr>
              <a:buSzPct val="100000"/>
              <a:buNone/>
            </a:pPr>
            <a:r>
              <a:rPr lang="en-US"/>
              <a:t>        return res.send("User not found");</a:t>
            </a:r>
            <a:endParaRPr/>
          </a:p>
          <a:p>
            <a:pPr indent="0" lvl="1" marL="457200" rtl="0" algn="l">
              <a:lnSpc>
                <a:spcPct val="90000"/>
              </a:lnSpc>
              <a:spcBef>
                <a:spcPts val="500"/>
              </a:spcBef>
              <a:spcAft>
                <a:spcPts val="0"/>
              </a:spcAft>
              <a:buClr>
                <a:schemeClr val="lt1"/>
              </a:buClr>
              <a:buSzPct val="100000"/>
              <a:buNone/>
            </a:pPr>
            <a:r>
              <a:rPr lang="en-US"/>
              <a:t>    }</a:t>
            </a:r>
            <a:endParaRPr/>
          </a:p>
          <a:p>
            <a:pPr indent="0" lvl="1" marL="457200" rtl="0" algn="l">
              <a:lnSpc>
                <a:spcPct val="90000"/>
              </a:lnSpc>
              <a:spcBef>
                <a:spcPts val="500"/>
              </a:spcBef>
              <a:spcAft>
                <a:spcPts val="0"/>
              </a:spcAft>
              <a:buClr>
                <a:schemeClr val="lt1"/>
              </a:buClr>
              <a:buSzPct val="100000"/>
              <a:buNone/>
            </a:pPr>
            <a:r>
              <a:rPr lang="en-US"/>
              <a:t>    const validPassword = await bcrypt.compare(password, user.password);</a:t>
            </a:r>
            <a:endParaRPr/>
          </a:p>
          <a:p>
            <a:pPr indent="0" lvl="1" marL="457200" rtl="0" algn="l">
              <a:lnSpc>
                <a:spcPct val="90000"/>
              </a:lnSpc>
              <a:spcBef>
                <a:spcPts val="500"/>
              </a:spcBef>
              <a:spcAft>
                <a:spcPts val="0"/>
              </a:spcAft>
              <a:buClr>
                <a:schemeClr val="lt1"/>
              </a:buClr>
              <a:buSzPct val="100000"/>
              <a:buNone/>
            </a:pPr>
            <a:r>
              <a:rPr lang="en-US"/>
              <a:t>    if (!validPassword) {</a:t>
            </a:r>
            <a:endParaRPr/>
          </a:p>
          <a:p>
            <a:pPr indent="0" lvl="1" marL="457200" rtl="0" algn="l">
              <a:lnSpc>
                <a:spcPct val="90000"/>
              </a:lnSpc>
              <a:spcBef>
                <a:spcPts val="500"/>
              </a:spcBef>
              <a:spcAft>
                <a:spcPts val="0"/>
              </a:spcAft>
              <a:buClr>
                <a:schemeClr val="lt1"/>
              </a:buClr>
              <a:buSzPct val="100000"/>
              <a:buNone/>
            </a:pPr>
            <a:r>
              <a:rPr lang="en-US"/>
              <a:t>        return res.send("Invalid password");</a:t>
            </a:r>
            <a:endParaRPr/>
          </a:p>
          <a:p>
            <a:pPr indent="0" lvl="1" marL="457200" rtl="0" algn="l">
              <a:lnSpc>
                <a:spcPct val="90000"/>
              </a:lnSpc>
              <a:spcBef>
                <a:spcPts val="500"/>
              </a:spcBef>
              <a:spcAft>
                <a:spcPts val="0"/>
              </a:spcAft>
              <a:buClr>
                <a:schemeClr val="lt1"/>
              </a:buClr>
              <a:buSzPct val="100000"/>
              <a:buNone/>
            </a:pPr>
            <a:r>
              <a:rPr lang="en-US"/>
              <a:t>    }</a:t>
            </a:r>
            <a:endParaRPr/>
          </a:p>
          <a:p>
            <a:pPr indent="0" lvl="1" marL="457200" rtl="0" algn="l">
              <a:lnSpc>
                <a:spcPct val="90000"/>
              </a:lnSpc>
              <a:spcBef>
                <a:spcPts val="500"/>
              </a:spcBef>
              <a:spcAft>
                <a:spcPts val="0"/>
              </a:spcAft>
              <a:buClr>
                <a:schemeClr val="lt1"/>
              </a:buClr>
              <a:buSzPct val="100000"/>
              <a:buNone/>
            </a:pPr>
            <a:r>
              <a:rPr lang="en-US"/>
              <a:t>    const token = jwt.sign(</a:t>
            </a:r>
            <a:endParaRPr/>
          </a:p>
          <a:p>
            <a:pPr indent="0" lvl="1" marL="457200" rtl="0" algn="l">
              <a:lnSpc>
                <a:spcPct val="90000"/>
              </a:lnSpc>
              <a:spcBef>
                <a:spcPts val="500"/>
              </a:spcBef>
              <a:spcAft>
                <a:spcPts val="0"/>
              </a:spcAft>
              <a:buClr>
                <a:schemeClr val="lt1"/>
              </a:buClr>
              <a:buSzPct val="100000"/>
              <a:buNone/>
            </a:pPr>
            <a:r>
              <a:rPr lang="en-US"/>
              <a:t>        { username: user.username },</a:t>
            </a:r>
            <a:endParaRPr/>
          </a:p>
          <a:p>
            <a:pPr indent="0" lvl="1" marL="457200" rtl="0" algn="l">
              <a:lnSpc>
                <a:spcPct val="90000"/>
              </a:lnSpc>
              <a:spcBef>
                <a:spcPts val="500"/>
              </a:spcBef>
              <a:spcAft>
                <a:spcPts val="0"/>
              </a:spcAft>
              <a:buClr>
                <a:schemeClr val="lt1"/>
              </a:buClr>
              <a:buSzPct val="100000"/>
              <a:buNone/>
            </a:pPr>
            <a:r>
              <a:rPr lang="en-US"/>
              <a:t>        "SECRET_KEY",</a:t>
            </a:r>
            <a:endParaRPr/>
          </a:p>
          <a:p>
            <a:pPr indent="0" lvl="1" marL="457200" rtl="0" algn="l">
              <a:lnSpc>
                <a:spcPct val="90000"/>
              </a:lnSpc>
              <a:spcBef>
                <a:spcPts val="500"/>
              </a:spcBef>
              <a:spcAft>
                <a:spcPts val="0"/>
              </a:spcAft>
              <a:buClr>
                <a:schemeClr val="lt1"/>
              </a:buClr>
              <a:buSzPct val="100000"/>
              <a:buNone/>
            </a:pPr>
            <a:r>
              <a:rPr lang="en-US"/>
              <a:t>        { expiresIn: "1h" }</a:t>
            </a:r>
            <a:endParaRPr/>
          </a:p>
          <a:p>
            <a:pPr indent="0" lvl="1" marL="457200" rtl="0" algn="l">
              <a:lnSpc>
                <a:spcPct val="90000"/>
              </a:lnSpc>
              <a:spcBef>
                <a:spcPts val="500"/>
              </a:spcBef>
              <a:spcAft>
                <a:spcPts val="0"/>
              </a:spcAft>
              <a:buClr>
                <a:schemeClr val="lt1"/>
              </a:buClr>
              <a:buSzPct val="100000"/>
              <a:buNone/>
            </a:pPr>
            <a:r>
              <a:rPr lang="en-US"/>
              <a:t>    );</a:t>
            </a:r>
            <a:endParaRPr/>
          </a:p>
          <a:p>
            <a:pPr indent="0" lvl="1" marL="457200" rtl="0" algn="l">
              <a:lnSpc>
                <a:spcPct val="90000"/>
              </a:lnSpc>
              <a:spcBef>
                <a:spcPts val="500"/>
              </a:spcBef>
              <a:spcAft>
                <a:spcPts val="0"/>
              </a:spcAft>
              <a:buClr>
                <a:schemeClr val="lt1"/>
              </a:buClr>
              <a:buSzPct val="100000"/>
              <a:buNone/>
            </a:pPr>
            <a:r>
              <a:rPr lang="en-US"/>
              <a:t>    res.json({ token });</a:t>
            </a:r>
            <a:endParaRPr/>
          </a:p>
          <a:p>
            <a:pPr indent="0" lvl="1" marL="457200" rtl="0" algn="l">
              <a:lnSpc>
                <a:spcPct val="90000"/>
              </a:lnSpc>
              <a:spcBef>
                <a:spcPts val="500"/>
              </a:spcBef>
              <a:spcAft>
                <a:spcPts val="0"/>
              </a:spcAft>
              <a:buClr>
                <a:schemeClr val="lt1"/>
              </a:buClr>
              <a:buSzPct val="100000"/>
              <a:buNone/>
            </a:pPr>
            <a:r>
              <a:rPr lang="en-US"/>
              <a:t>});</a:t>
            </a:r>
            <a:endParaRPr/>
          </a:p>
          <a:p>
            <a:pPr indent="-228600" lvl="0" marL="228600" rtl="0" algn="l">
              <a:lnSpc>
                <a:spcPct val="90000"/>
              </a:lnSpc>
              <a:spcBef>
                <a:spcPts val="1000"/>
              </a:spcBef>
              <a:spcAft>
                <a:spcPts val="0"/>
              </a:spcAft>
              <a:buClr>
                <a:schemeClr val="lt1"/>
              </a:buClr>
              <a:buSzPct val="100000"/>
              <a:buChar char="•"/>
            </a:pPr>
            <a:r>
              <a:rPr lang="en-US"/>
              <a:t>Explanation:</a:t>
            </a:r>
            <a:endParaRPr/>
          </a:p>
          <a:p>
            <a:pPr indent="-228600" lvl="1" marL="685800" rtl="0" algn="l">
              <a:lnSpc>
                <a:spcPct val="90000"/>
              </a:lnSpc>
              <a:spcBef>
                <a:spcPts val="500"/>
              </a:spcBef>
              <a:spcAft>
                <a:spcPts val="0"/>
              </a:spcAft>
              <a:buClr>
                <a:schemeClr val="lt1"/>
              </a:buClr>
              <a:buSzPct val="100000"/>
              <a:buChar char="•"/>
            </a:pPr>
            <a:r>
              <a:rPr lang="en-US"/>
              <a:t>User credentials are verified</a:t>
            </a:r>
            <a:endParaRPr/>
          </a:p>
          <a:p>
            <a:pPr indent="-228600" lvl="1" marL="685800" rtl="0" algn="l">
              <a:lnSpc>
                <a:spcPct val="90000"/>
              </a:lnSpc>
              <a:spcBef>
                <a:spcPts val="500"/>
              </a:spcBef>
              <a:spcAft>
                <a:spcPts val="0"/>
              </a:spcAft>
              <a:buClr>
                <a:schemeClr val="lt1"/>
              </a:buClr>
              <a:buSzPct val="100000"/>
              <a:buChar char="•"/>
            </a:pPr>
            <a:r>
              <a:rPr lang="en-US"/>
              <a:t>If valid, a </a:t>
            </a:r>
            <a:r>
              <a:rPr b="1" lang="en-US"/>
              <a:t>JWT token</a:t>
            </a:r>
            <a:r>
              <a:rPr lang="en-US"/>
              <a:t> is generated</a:t>
            </a:r>
            <a:endParaRPr/>
          </a:p>
          <a:p>
            <a:pPr indent="-228600" lvl="1" marL="685800" rtl="0" algn="l">
              <a:lnSpc>
                <a:spcPct val="90000"/>
              </a:lnSpc>
              <a:spcBef>
                <a:spcPts val="500"/>
              </a:spcBef>
              <a:spcAft>
                <a:spcPts val="0"/>
              </a:spcAft>
              <a:buClr>
                <a:schemeClr val="lt1"/>
              </a:buClr>
              <a:buSzPct val="100000"/>
              <a:buChar char="•"/>
            </a:pPr>
            <a:r>
              <a:rPr lang="en-US"/>
              <a:t>Token is sent to the client</a:t>
            </a:r>
            <a:endParaRPr/>
          </a:p>
          <a:p>
            <a:pPr indent="-130810" lvl="0" marL="228600" rtl="0" algn="l">
              <a:lnSpc>
                <a:spcPct val="90000"/>
              </a:lnSpc>
              <a:spcBef>
                <a:spcPts val="1000"/>
              </a:spcBef>
              <a:spcAft>
                <a:spcPts val="0"/>
              </a:spcAft>
              <a:buClr>
                <a:schemeClr val="lt1"/>
              </a:buClr>
              <a:buSzPct val="100000"/>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8. Protecting Routes with Middleware</a:t>
            </a:r>
            <a:endParaRPr/>
          </a:p>
        </p:txBody>
      </p:sp>
      <p:sp>
        <p:nvSpPr>
          <p:cNvPr id="528" name="Google Shape;528;p76"/>
          <p:cNvSpPr txBox="1"/>
          <p:nvPr>
            <p:ph idx="1" type="body"/>
          </p:nvPr>
        </p:nvSpPr>
        <p:spPr>
          <a:xfrm>
            <a:off x="838200" y="1584960"/>
            <a:ext cx="10515600" cy="4592003"/>
          </a:xfrm>
          <a:prstGeom prst="rect">
            <a:avLst/>
          </a:prstGeom>
          <a:noFill/>
          <a:ln>
            <a:noFill/>
          </a:ln>
        </p:spPr>
        <p:txBody>
          <a:bodyPr anchorCtr="0" anchor="t" bIns="45700" lIns="91425" spcFirstLastPara="1" rIns="91425" wrap="square" tIns="45700">
            <a:normAutofit fontScale="77500" lnSpcReduction="20000"/>
          </a:bodyPr>
          <a:lstStyle/>
          <a:p>
            <a:pPr indent="0" lvl="1" marL="457200" rtl="0" algn="l">
              <a:lnSpc>
                <a:spcPct val="90000"/>
              </a:lnSpc>
              <a:spcBef>
                <a:spcPts val="0"/>
              </a:spcBef>
              <a:spcAft>
                <a:spcPts val="0"/>
              </a:spcAft>
              <a:buClr>
                <a:schemeClr val="lt1"/>
              </a:buClr>
              <a:buSzPct val="100000"/>
              <a:buNone/>
            </a:pPr>
            <a:r>
              <a:rPr lang="en-US"/>
              <a:t>function authenticateToken(req, res, next) {</a:t>
            </a:r>
            <a:endParaRPr/>
          </a:p>
          <a:p>
            <a:pPr indent="0" lvl="1" marL="457200" rtl="0" algn="l">
              <a:lnSpc>
                <a:spcPct val="90000"/>
              </a:lnSpc>
              <a:spcBef>
                <a:spcPts val="500"/>
              </a:spcBef>
              <a:spcAft>
                <a:spcPts val="0"/>
              </a:spcAft>
              <a:buClr>
                <a:schemeClr val="lt1"/>
              </a:buClr>
              <a:buSzPct val="100000"/>
              <a:buNone/>
            </a:pPr>
            <a:r>
              <a:rPr lang="en-US"/>
              <a:t>    const token = req.headers["authorization"];</a:t>
            </a:r>
            <a:endParaRPr/>
          </a:p>
          <a:p>
            <a:pPr indent="0" lvl="1" marL="457200" rtl="0" algn="l">
              <a:lnSpc>
                <a:spcPct val="90000"/>
              </a:lnSpc>
              <a:spcBef>
                <a:spcPts val="500"/>
              </a:spcBef>
              <a:spcAft>
                <a:spcPts val="0"/>
              </a:spcAft>
              <a:buClr>
                <a:schemeClr val="lt1"/>
              </a:buClr>
              <a:buSzPct val="100000"/>
              <a:buNone/>
            </a:pPr>
            <a:r>
              <a:rPr lang="en-US"/>
              <a:t>    if (!token) return res.send("Access denied");</a:t>
            </a:r>
            <a:endParaRPr/>
          </a:p>
          <a:p>
            <a:pPr indent="0" lvl="1" marL="457200" rtl="0" algn="l">
              <a:lnSpc>
                <a:spcPct val="90000"/>
              </a:lnSpc>
              <a:spcBef>
                <a:spcPts val="500"/>
              </a:spcBef>
              <a:spcAft>
                <a:spcPts val="0"/>
              </a:spcAft>
              <a:buClr>
                <a:schemeClr val="lt1"/>
              </a:buClr>
              <a:buSzPct val="100000"/>
              <a:buNone/>
            </a:pPr>
            <a:r>
              <a:rPr lang="en-US"/>
              <a:t>    jwt.verify(token, "SECRET_KEY", (err, user) =&gt; {</a:t>
            </a:r>
            <a:endParaRPr/>
          </a:p>
          <a:p>
            <a:pPr indent="0" lvl="1" marL="457200" rtl="0" algn="l">
              <a:lnSpc>
                <a:spcPct val="90000"/>
              </a:lnSpc>
              <a:spcBef>
                <a:spcPts val="500"/>
              </a:spcBef>
              <a:spcAft>
                <a:spcPts val="0"/>
              </a:spcAft>
              <a:buClr>
                <a:schemeClr val="lt1"/>
              </a:buClr>
              <a:buSzPct val="100000"/>
              <a:buNone/>
            </a:pPr>
            <a:r>
              <a:rPr lang="en-US"/>
              <a:t>        if (err) return res.send("Invalid token");</a:t>
            </a:r>
            <a:endParaRPr/>
          </a:p>
          <a:p>
            <a:pPr indent="0" lvl="1" marL="457200" rtl="0" algn="l">
              <a:lnSpc>
                <a:spcPct val="90000"/>
              </a:lnSpc>
              <a:spcBef>
                <a:spcPts val="500"/>
              </a:spcBef>
              <a:spcAft>
                <a:spcPts val="0"/>
              </a:spcAft>
              <a:buClr>
                <a:schemeClr val="lt1"/>
              </a:buClr>
              <a:buSzPct val="100000"/>
              <a:buNone/>
            </a:pPr>
            <a:r>
              <a:rPr lang="en-US"/>
              <a:t>        req.user = user;</a:t>
            </a:r>
            <a:endParaRPr/>
          </a:p>
          <a:p>
            <a:pPr indent="0" lvl="1" marL="457200" rtl="0" algn="l">
              <a:lnSpc>
                <a:spcPct val="90000"/>
              </a:lnSpc>
              <a:spcBef>
                <a:spcPts val="500"/>
              </a:spcBef>
              <a:spcAft>
                <a:spcPts val="0"/>
              </a:spcAft>
              <a:buClr>
                <a:schemeClr val="lt1"/>
              </a:buClr>
              <a:buSzPct val="100000"/>
              <a:buNone/>
            </a:pPr>
            <a:r>
              <a:rPr lang="en-US"/>
              <a:t>        next();</a:t>
            </a:r>
            <a:endParaRPr/>
          </a:p>
          <a:p>
            <a:pPr indent="0" lvl="1" marL="457200" rtl="0" algn="l">
              <a:lnSpc>
                <a:spcPct val="90000"/>
              </a:lnSpc>
              <a:spcBef>
                <a:spcPts val="500"/>
              </a:spcBef>
              <a:spcAft>
                <a:spcPts val="0"/>
              </a:spcAft>
              <a:buClr>
                <a:schemeClr val="lt1"/>
              </a:buClr>
              <a:buSzPct val="100000"/>
              <a:buNone/>
            </a:pPr>
            <a:r>
              <a:rPr lang="en-US"/>
              <a:t>    });</a:t>
            </a:r>
            <a:endParaRPr/>
          </a:p>
          <a:p>
            <a:pPr indent="0" lvl="1" marL="457200" rtl="0" algn="l">
              <a:lnSpc>
                <a:spcPct val="90000"/>
              </a:lnSpc>
              <a:spcBef>
                <a:spcPts val="500"/>
              </a:spcBef>
              <a:spcAft>
                <a:spcPts val="0"/>
              </a:spcAft>
              <a:buClr>
                <a:schemeClr val="lt1"/>
              </a:buClr>
              <a:buSzPct val="100000"/>
              <a:buNone/>
            </a:pPr>
            <a:r>
              <a:rPr lang="en-US"/>
              <a:t>}</a:t>
            </a:r>
            <a:endParaRPr/>
          </a:p>
          <a:p>
            <a:pPr indent="0" lvl="1" marL="457200" rtl="0" algn="l">
              <a:lnSpc>
                <a:spcPct val="90000"/>
              </a:lnSpc>
              <a:spcBef>
                <a:spcPts val="500"/>
              </a:spcBef>
              <a:spcAft>
                <a:spcPts val="0"/>
              </a:spcAft>
              <a:buClr>
                <a:schemeClr val="lt1"/>
              </a:buClr>
              <a:buSzPct val="100000"/>
              <a:buNone/>
            </a:pPr>
            <a:r>
              <a:rPr lang="en-US"/>
              <a:t>app.get("/dashboard", authenticateToken, (req, res) =&gt; {</a:t>
            </a:r>
            <a:endParaRPr/>
          </a:p>
          <a:p>
            <a:pPr indent="0" lvl="1" marL="457200" rtl="0" algn="l">
              <a:lnSpc>
                <a:spcPct val="90000"/>
              </a:lnSpc>
              <a:spcBef>
                <a:spcPts val="500"/>
              </a:spcBef>
              <a:spcAft>
                <a:spcPts val="0"/>
              </a:spcAft>
              <a:buClr>
                <a:schemeClr val="lt1"/>
              </a:buClr>
              <a:buSzPct val="100000"/>
              <a:buNone/>
            </a:pPr>
            <a:r>
              <a:rPr lang="en-US"/>
              <a:t>    res.send("Welcome to protected dashboard");</a:t>
            </a:r>
            <a:endParaRPr/>
          </a:p>
          <a:p>
            <a:pPr indent="0" lvl="1" marL="457200" rtl="0" algn="l">
              <a:lnSpc>
                <a:spcPct val="90000"/>
              </a:lnSpc>
              <a:spcBef>
                <a:spcPts val="500"/>
              </a:spcBef>
              <a:spcAft>
                <a:spcPts val="0"/>
              </a:spcAft>
              <a:buClr>
                <a:schemeClr val="lt1"/>
              </a:buClr>
              <a:buSzPct val="100000"/>
              <a:buNone/>
            </a:pPr>
            <a:r>
              <a:rPr lang="en-US"/>
              <a:t>});</a:t>
            </a:r>
            <a:endParaRPr/>
          </a:p>
          <a:p>
            <a:pPr indent="-90805" lvl="0" marL="228600" rtl="0" algn="l">
              <a:lnSpc>
                <a:spcPct val="90000"/>
              </a:lnSpc>
              <a:spcBef>
                <a:spcPts val="1000"/>
              </a:spcBef>
              <a:spcAft>
                <a:spcPts val="0"/>
              </a:spcAft>
              <a:buClr>
                <a:schemeClr val="lt1"/>
              </a:buClr>
              <a:buSzPct val="100000"/>
              <a:buNone/>
            </a:pPr>
            <a:r>
              <a:t/>
            </a:r>
            <a:endParaRPr/>
          </a:p>
          <a:p>
            <a:pPr indent="-228600" lvl="0" marL="228600" rtl="0" algn="l">
              <a:lnSpc>
                <a:spcPct val="90000"/>
              </a:lnSpc>
              <a:spcBef>
                <a:spcPts val="1000"/>
              </a:spcBef>
              <a:spcAft>
                <a:spcPts val="0"/>
              </a:spcAft>
              <a:buClr>
                <a:schemeClr val="lt1"/>
              </a:buClr>
              <a:buSzPct val="100000"/>
              <a:buChar char="•"/>
            </a:pPr>
            <a:r>
              <a:rPr lang="en-US"/>
              <a:t>Explanation:</a:t>
            </a:r>
            <a:endParaRPr/>
          </a:p>
          <a:p>
            <a:pPr indent="-228600" lvl="1" marL="685800" rtl="0" algn="l">
              <a:lnSpc>
                <a:spcPct val="90000"/>
              </a:lnSpc>
              <a:spcBef>
                <a:spcPts val="500"/>
              </a:spcBef>
              <a:spcAft>
                <a:spcPts val="0"/>
              </a:spcAft>
              <a:buClr>
                <a:schemeClr val="lt1"/>
              </a:buClr>
              <a:buSzPct val="100000"/>
              <a:buChar char="•"/>
            </a:pPr>
            <a:r>
              <a:rPr lang="en-US"/>
              <a:t>Middleware verifies the </a:t>
            </a:r>
            <a:r>
              <a:rPr b="1" lang="en-US"/>
              <a:t>JWT token</a:t>
            </a:r>
            <a:endParaRPr/>
          </a:p>
          <a:p>
            <a:pPr indent="-228600" lvl="1" marL="685800" rtl="0" algn="l">
              <a:lnSpc>
                <a:spcPct val="90000"/>
              </a:lnSpc>
              <a:spcBef>
                <a:spcPts val="500"/>
              </a:spcBef>
              <a:spcAft>
                <a:spcPts val="0"/>
              </a:spcAft>
              <a:buClr>
                <a:schemeClr val="lt1"/>
              </a:buClr>
              <a:buSzPct val="100000"/>
              <a:buChar char="•"/>
            </a:pPr>
            <a:r>
              <a:rPr lang="en-US"/>
              <a:t>Only valid users can access protected routes</a:t>
            </a:r>
            <a:endParaRPr/>
          </a:p>
          <a:p>
            <a:pPr indent="-90805" lvl="0" marL="228600" rtl="0" algn="l">
              <a:lnSpc>
                <a:spcPct val="90000"/>
              </a:lnSpc>
              <a:spcBef>
                <a:spcPts val="1000"/>
              </a:spcBef>
              <a:spcAft>
                <a:spcPts val="0"/>
              </a:spcAft>
              <a:buClr>
                <a:schemeClr val="lt1"/>
              </a:buClr>
              <a:buSzPct val="100000"/>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Calibri"/>
              <a:buNone/>
            </a:pPr>
            <a:r>
              <a:rPr b="1" lang="en-US"/>
              <a:t>9. Authentication Flow Diagram</a:t>
            </a:r>
            <a:endParaRPr/>
          </a:p>
        </p:txBody>
      </p:sp>
      <p:pic>
        <p:nvPicPr>
          <p:cNvPr descr="Implementing OAuth 2 Using Node.js" id="534" name="Google Shape;534;p77"/>
          <p:cNvPicPr preferRelativeResize="0"/>
          <p:nvPr/>
        </p:nvPicPr>
        <p:blipFill rotWithShape="1">
          <a:blip r:embed="rId3">
            <a:alphaModFix/>
          </a:blip>
          <a:srcRect b="0" l="0" r="0" t="0"/>
          <a:stretch/>
        </p:blipFill>
        <p:spPr>
          <a:xfrm>
            <a:off x="1766661" y="2034381"/>
            <a:ext cx="7639050" cy="393382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8"/>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2026-03-12T14:05:32Z</dcterms:created>
  <dc:creator>HARDIK</dc:creator>
</cp:coreProperties>
</file>